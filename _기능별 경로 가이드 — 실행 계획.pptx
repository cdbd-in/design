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기능별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가이드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계획  ·  어느 팀원이 Claude에게 CdBd 기능을 시켜도, 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32520" y="1920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3774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3957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39572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32520" y="239572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85292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87121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32520" y="28712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32841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3467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영상이 필요한 기능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32520" y="334670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803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382219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기능별 경로 가이드 — 설계와 원리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3822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427939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2976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2976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32520" y="42976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475488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773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477316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cdbd-design-service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32520" y="47731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· 결과 · 파일 실물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7240" y="523036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2486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24865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— 어느 볼트에서나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32520" y="52486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단계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57058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7241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691640" y="572414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732520" y="572414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무엇을 · 지금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7240" y="61813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가이드는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가이드를 만든다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영상이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10637215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95728"/>
            <a:ext cx="9997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영상(녹화) 권장 — ○ 없음 대부분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816352"/>
            <a:ext cx="99971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846320"/>
            <a:ext cx="10637215" cy="1051560"/>
          </a:xfrm>
          <a:prstGeom prst="roundRect">
            <a:avLst>
              <a:gd name="adj" fmla="val 8696"/>
            </a:avLst>
          </a:prstGeom>
          <a:solidFill>
            <a:srgbClr val="27272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956048"/>
            <a:ext cx="100885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형식 안내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파일을 주시면 제가 프레임(정지화면)으로 뽑아 읽습니다. 화면은 보지만 음성(내레이션)은 못 들으니, 핵심 동작이 화면에 보이게(또는 자막) 녹화해 주세요.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기능별 경로 가이드 —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_기능별 경로 가이드.md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_기능별 경로 가이드.md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_기능별 경로 가이드.md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매핑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파일은 그 볼트에서만 작동. 어느 볼트·맨 바깥에서 켜도 되게 하려면 → 플러그인(08장) = 실행 순서 7단계.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기능별 경로 가이드를 읽으라고 한 줄 적어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9399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경로 가이드 작성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‘_기능별 경로 가이드.md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경로 가이드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저장소에 복제 · 고빈도만 얇은 스킬로 승격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  플러그인 제작·배포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가이드·스킬·도구를 묶어 어느 볼트·맨 바깥에서도 로드 (08장)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6~7단계 = ‘아무 볼트에서나’ 되게 하는 확장.  </a:t>
            </a:r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1곳이 작동 확인되면 복제하고, 마지막에 플러그인으로 어디서 켜도 로드되게 만든다.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1곳(예: cdbd-templates)을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기능만 추림 (에디터 카드 자동화·카드 타입·상세페이지+어드민·시안 3안·섹션 프리셋)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072384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858768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645152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‘_기능별 경로 가이드.md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5431536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템플릿 상세페이지 만들어줘" → Claude가 스스로 1-7. 템플릿 상세 페이지.md 열고 절차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"카드 자동화 해줘"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(경로 가이드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경로 가이드에서 바로 카드 자동화 스킬·1-6-1. CdBd 에디터.md 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카드 추가·삭제·복제·순서·핀·예약·링크 자동 처리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이미 있는 스킬 5종 + 스킬 없는 기능이 한 지도로 연결   · ‘통계·개인화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_기능별 경로 가이드.md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파일 실물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볼트의 ‘기능별 경로 가이드’는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= cdbd-templates/_기능별 경로 가이드.md  (저장소 루트, CLAUDE.md 옆)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63825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이렇게 말하면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정본 파일·섹션 (검증된 경로)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자동화 해줘" (추가·순서·핀·예약)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skills/cdbd-card-automation/ · 1-6-1. CdBd 에디터.md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타입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가이드/1-6-2. CdBd 카드 기능.md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"상세페이지·어드민 등록해줘"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가이드/1-7. 템플릿 상세 페이지.md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"시안 3안 만들어줘"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skills/draft/ (에이전트 D1~D5)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"섹션 프리셋 조립해줘"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가이드/1-8. 섹션 프리셋 라이브러리.md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"팔레트·폰트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가이드/1-3. 색상 팔레트.md · 1-4. 폰트.md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4068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3212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가이드는 이 볼트의 일 전부를 CdBd 기능·Figma 제작·도구로 구분해 담습니다.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볼트는 이미 스킬 5종 보유(card-automation·draft 등) → 경로 가이드는 스킬 없는 기능까지 ‘무슨 말→어느 파일’로 잇습니다.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확장 · 마지막 단계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플러그인 제작·배포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— 어느 볼트에서나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가이드·스킬·도구를 하나로 묶어 배포 (진단서 D안·부록 B).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783080"/>
          </a:xfrm>
          <a:prstGeom prst="roundRect">
            <a:avLst>
              <a:gd name="adj" fmla="val 6154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22576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cdbd-plugin/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(GitHub 저장소 1개)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.claude-plugin/marketplace.json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plugins/cdbd/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.claude-plugin/plugin.json    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skills/ · agents/ · commands/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.mcp.json   (Figma 연결)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└─ 기능별 경로 가이드(공통) · 브랜드 토큰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만드는 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GitHub 저장소 1개 (private 권장)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새 파일 2개: marketplace.json · plugin.json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나머지는 기존 스킬·도구를 그대로 복사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깨진 링크 정리 + 브랜드 토큰 동봉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6553048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팀원 설치 (1회)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marketplace add CdBd-in/cdbd-plugin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install cdbd@cdbd-plugin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어느 볼트·맨 바깥에서도 로드 · 자동 최신화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  누가 · 무엇을 · 지금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진행합니다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0(결정 2가지)만 주시면 → 제가 바로 STEP 1부터 시작합니다.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97280"/>
                <a:gridCol w="6839712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누가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0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당신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 3개 확정 · 첫 저장소 = cdbd-templates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1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분류표 확정 (이 저장소 기능 ●◐○)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2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 작성 (파일·섹션 확정 + 경로 검증 + 표 9개 오류 정정)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3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연결 1줄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4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— "이 템플릿 상세페이지 만들어줘" 테스트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5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통과 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 확산 → 플러그인 제작·배포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8640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59552"/>
            <a:ext cx="100885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정할 것  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= 에디터·어드민·홈페이지 3개로 OK?   ② 첫 저장소 = cdbd-templates로 OK?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2026-08-11T06:36:28Z</dcterms:created>
  <dcterms:modified xsi:type="dcterms:W3CDTF">2026-08-11T06:36:28Z</dcterms:modified>
</cp:coreProperties>
</file>