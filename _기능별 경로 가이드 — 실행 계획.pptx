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기능별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가이드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계획  ·  어느 팀원이 Claude에게 CdBd 기능을 시켜도, 다 알고 제대로 동작하게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후속 문서: CdBd 문서 체계 진단 및 개편 제안   ·   2026-08-11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목차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91640" y="19202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목표와 문제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732520" y="19202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무엇이 안 되나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237744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39572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91640" y="239572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 — 에디터·어드민·홈페이지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732520" y="239572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뼈대를 새로 세운다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285292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87121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91640" y="287121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732520" y="287121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볼트 문서 유무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32841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3467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91640" y="334670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채우기 — 영상이 필요한 기능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732520" y="334670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어떻게 채우나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380390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691640" y="3822192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기능별 경로 가이드 — 설계와 원리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32520" y="382219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파일에 어떻게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427939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2976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691640" y="429768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순서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732520" y="429768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7240" y="475488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773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691640" y="477316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— cdbd-templates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732520" y="477316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· 결과 · 파일 실물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77240" y="523036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52486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691640" y="524865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 — 어느 볼트에서나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732520" y="524865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단계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77240" y="570585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7241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691640" y="572414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732520" y="572414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무엇을 · 지금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77240" y="618134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하는가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목표와 문제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기능을 다 알고, 다 되게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경로 가이드는 목표가 아니라 방법입니다. 필요하면 스킬·플러그인까지 함께 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시켜도 된다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팀원의 Claude든 CdBd 기능을 알고 제대로 실행한다 — 사람이 문서 위치를 외우지 않아도.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문제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스스로 못 찾는다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문서에 흩어져 있고, Claude에게 위키링크는 클릭이 아니라 글자일 뿐. 폴더를 열어도 무엇이 있는지 모른다.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가이드를 만든다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기능이 → 어느 파일 어느 섹션에 있는지 표로 두고, CLAUDE.md가 그걸 먼저 읽게 연결한다.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뼈대를 새로 세운다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표면 3곳으로 나눈다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센터(cdbd.mintlify.app)는 빠짐을 막는 참고용. 뼈대는 팀이 실제 시키는 일 기준으로.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페이지를 만드는 곳. 카드 · 페이지 구성 · 이미지 · 게시(URL/OG) · 데이터 연결.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어드민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· 운영 관리. 템플릿 등록 · 상세페이지 · 운영 설정.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(계정)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cdbd.in 대시보드. 홈 · 내 페이지 · 통계 · 공유 · 권한 · 버전 · 계정 · 요금.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7240" y="5120640"/>
            <a:ext cx="10637215" cy="868680"/>
          </a:xfrm>
          <a:prstGeom prst="roundRect">
            <a:avLst>
              <a:gd name="adj" fmla="val 1052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" y="5230368"/>
            <a:ext cx="100885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＊ 실행 도구는 ‘기능’이 아닙니다.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Supabase 자동화 · 이미지 라이브러리 헬퍼 · 브라우저 세션 등은 그 기능을 ‘실행하는 팀 도구’ → ‘도구·규칙’으로 따로 표기.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‘있음’ 행은 다음 단계에서 정확한 파일·섹션까지 채웁니다.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프로필·텍스트·이미지·갤러리·버튼·Q&amp;A·위치·SNS·구분선·2단·유튜브·예약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상품 · 코드 · 메뉴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구성·꾸미기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테마 · 카드 디자인 · 페이지 관리·설정 · 원페이지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게시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URL 생성·게시 · OG · 슬러그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이미지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라이브러리 (자산 관리)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데이터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연결 (개인화 병합)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· 홈페이지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‘없음’ = 제품엔 있으나 팀 볼트엔 문서가 없는 기능. 앞으로 채울 목록.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4028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등록 · 상세페이지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설정 세부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비밀번호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통계 · URL 통계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홈·내 페이지·공유 복제·버전 기록·권한·계정·내 주소·요금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페이지 생성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회원가입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◐ 부분 — 구체적으로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‘부분만 있음’은 무엇이 있고 없나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표시한 기능의 있는 부분과 채울 부분.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37764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 (◐ 부분)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볼트에 있는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채울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상품·코드·메뉴 카드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기능 목록(1-6-2)에 정의됨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제작·사용 가이드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페이지 비밀번호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게시 모달에 ‘페이지 비밀번호’ 언급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절차 문서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템플릿 등록·상세페이지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상세페이지 문서(1-7) 있음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어드민 등록 단계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템플릿 페이지 생성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워크플로우에 언급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신규 생성 단계별 문서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채우기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무엇을 어떻게 채우나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영상이 필요한 기능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로그인 뒤에서만 보이는 UI 흐름이라 텍스트로 유추 불가 → 영상이 정확한 문서화에 도움.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40280"/>
            <a:ext cx="10637215" cy="2377440"/>
          </a:xfrm>
          <a:prstGeom prst="roundRect">
            <a:avLst>
              <a:gd name="adj" fmla="val 4615"/>
            </a:avLst>
          </a:prstGeom>
          <a:solidFill>
            <a:srgbClr val="EEEAFB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95728"/>
            <a:ext cx="99971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영상(녹화) 권장 — ○ 없음 대부분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816352"/>
            <a:ext cx="999713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페이지 통계 · URL 통계 (방문·클릭·응답·예약·구독)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데이터 연결(개인화) — 고객 데이터 병합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버전 기록 · 공유 복제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내 페이지 관리 · 어드민 운영 설정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계정 · 내 주소 · 요금(결제) · 권한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4754880"/>
            <a:ext cx="10637215" cy="1188720"/>
          </a:xfrm>
          <a:prstGeom prst="roundRect">
            <a:avLst>
              <a:gd name="adj" fmla="val 7692"/>
            </a:avLst>
          </a:prstGeom>
          <a:solidFill>
            <a:srgbClr val="272729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4846320"/>
            <a:ext cx="1008857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채우는 원칙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팀이 실제 쓰는 기능만 문서화 — 안 쓰는 기능(예: 데이터 연결=고객별 개인화)은 ○인 채로 둔다.
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형식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영상을 주시면 프레임으로 뽑아 읽습니다(화면만, 음성 제외). 핵심 화면을 캡처해 주세요.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기능별 경로 가이드 — 설계와 원리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저장소마다 살아있는 index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저장소에 CLAUDE.md + _기능별 경로 가이드.md 를 둡니다.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194560"/>
            <a:ext cx="10637215" cy="1280160"/>
          </a:xfrm>
          <a:prstGeom prst="roundRect">
            <a:avLst>
              <a:gd name="adj" fmla="val 8571"/>
            </a:avLst>
          </a:prstGeom>
          <a:solidFill>
            <a:srgbClr val="272729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40864"/>
            <a:ext cx="9997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각 저장소/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├─ CLAUDE.md          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맨 위에 "작업 전 _기능별 경로 가이드.md 읽어라" 1줄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└─ _기능별 경로 가이드.md  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이 저장소의 기능 → 파일 매핑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7856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7490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Claude에게 위키링크는 ‘클릭’이 아니라 그냥 글자 — 스스로 열지 않는다.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428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2062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CLAUDE.md는 폴더 열 때 자동으로 읽는 유일한 파일 → 여기서 가리켜야 읽힌다.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7000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46634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볼트에서 일하면 Claude가 파일을 바로 찾는다. (볼트 간 링크는 작동 안 함 → 저장소 안에 self-contained)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5257800"/>
            <a:ext cx="10637215" cy="777240"/>
          </a:xfrm>
          <a:prstGeom prst="roundRect">
            <a:avLst>
              <a:gd name="adj" fmla="val 11765"/>
            </a:avLst>
          </a:prstGeom>
          <a:solidFill>
            <a:srgbClr val="EEEAFB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534924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‘아무 볼트에서나’ 되게 하려면?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저장소 파일은 그 볼트에서만 작동. 어느 볼트·맨 바깥에서 켜도 되게 하려면 → 플러그인(08장) = 실행 순서 7단계.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실행 순서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‘연결’ = CLAUDE.md에 기능별 경로 가이드를 읽으라고 한 줄 적어 잇는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793992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단계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무엇을 · 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소요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  정의 확정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대분류(에디터·어드민·홈페이지) 합의 — 무엇을 셀지 먼저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오늘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2  분류표 초안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 ↔ 볼트 유무 대조 (앞 03장 형태)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3  경로 가이드 작성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 1개만 골라 기능→정확한 파일·섹션 확정 + 경로 검증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4  연결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저장소 CLAUDE.md에 ‘_기능별 경로 가이드.md 먼저 읽어라’ 1줄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5  검증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"○○ 해줘" → Claude가 경로 가이드 보고 올바른 파일 여는지 테스트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6  확산 &amp; 스킬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 저장소에 복제 · 고빈도만 얇은 스킬로 승격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  플러그인 제작·배포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기능별 경로 가이드·스킬·도구를 묶어 어느 볼트·맨 바깥에서도 로드 (08장)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6~7단계 = ‘아무 볼트에서나’ 되게 하는 확장.  </a:t>
            </a:r>
            <a:pPr indent="0" marL="0"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1곳이 작동 확인되면 복제하고, 마지막에 플러그인으로 어디서 켜도 로드되게 만든다.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cdbd-templates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끝까지 하면 — 과정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 1곳(예: cdbd-templates)을 예로.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5256" y="24597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" y="2459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63040" y="228600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 추출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2286000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+ 볼트 대조 → 이 저장소가 실제로 다루는 기능만 추림 (에디터 카드 자동화·카드 타입·상세페이지+어드민·시안 3안·섹션 프리셋)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072384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5256" y="32461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Text 13"/>
          <p:cNvSpPr/>
          <p:nvPr/>
        </p:nvSpPr>
        <p:spPr>
          <a:xfrm>
            <a:off x="905256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072384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파일·섹션 확정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0" y="3072384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기능 → 정확한 파일·섹션 + 경로 실재 검증 (진단서가 지적한 ‘표 경로 9개 오류’ 정정)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858768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" y="403250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905256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3858768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가이드 작성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0" y="3858768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_기능별 경로 가이드.md 표로 정리 (기능 | 이렇게 말하면 | 파일·섹션 | 스킬화)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4645152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5256" y="481888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5" name="Text 23"/>
          <p:cNvSpPr/>
          <p:nvPr/>
        </p:nvSpPr>
        <p:spPr>
          <a:xfrm>
            <a:off x="905256" y="4818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63040" y="4645152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657600" y="4645152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 맨 위에 ‘_기능별 경로 가이드.md 먼저 읽어라’ 1줄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5431536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5256" y="5605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" y="5605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463040" y="543153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0" y="5431536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템플릿 상세페이지 만들어줘" → Claude가 스스로 1-7. 템플릿 상세 페이지.md 열고 절차 수행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결과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cdbd-templates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결과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"카드 자동화 해줘" 한마디로 달라지는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(경로 가이드 없음)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어느 문서를 볼지 모름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표 경로가 옛 파일명이라 헤맴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사람이 매번 문서를 지정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팀원마다 결과가 달라짐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78728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6C4CFF"/>
          </a:solidFill>
          <a:ln/>
        </p:spPr>
      </p:sp>
      <p:sp>
        <p:nvSpPr>
          <p:cNvPr id="12" name="Text 10"/>
          <p:cNvSpPr/>
          <p:nvPr/>
        </p:nvSpPr>
        <p:spPr>
          <a:xfrm>
            <a:off x="6553048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적용 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53048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경로 가이드에서 바로 카드 자동화 스킬·1-6-1. CdBd 에디터.md 로 진입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카드 추가·삭제·복제·순서·핀·예약·링크 자동 처리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누가 시켜도 같은 결과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4617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부수 결과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49377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이미 있는 스킬 5종 + 스킬 없는 기능이 한 지도로 연결   · ‘통계·개인화 = 볼트에 없음’이 명시돼 다음 작업 목록이 생김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소요 반나절 · 산출물 = _기능별 경로 가이드.md 1개 + CLAUDE.md 1줄 → 통하면 나머지 저장소로 복제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파일 실물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cdbd-templates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볼트의 ‘기능별 경로 가이드’는 이렇게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 = cdbd-templates/_기능별 경로 가이드.md  (저장소 루트, CLAUDE.md 옆)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94560"/>
          <a:ext cx="1063721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834640"/>
                <a:gridCol w="638251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구분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이렇게 말하면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정본 파일·섹션 (검증된 경로)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CdBd 기능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"카드 자동화 해줘" (추가·순서·핀·예약)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skills/cdbd-card-automation/ · 1-6-1. CdBd 에디터.md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CdBd 기능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"카드 타입 골라줘"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 작업 가이드/1-6-2. CdBd 카드 기능.md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CdBd 기능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"상세페이지·어드민 등록해줘"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 작업 가이드/1-7. 템플릿 상세 페이지.md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Figma 제작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"시안 3안 만들어줘"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skills/draft/ (에이전트 D1~D5)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Figma 제작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"섹션 프리셋 조립해줘"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 작업 가이드/1-8. 섹션 프리셋 라이브러리.md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Figma 제작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"팔레트·폰트 골라줘"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 작업 가이드/1-3. 색상 팔레트.md · 1-4. 폰트.md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5440680"/>
            <a:ext cx="10637215" cy="658368"/>
          </a:xfrm>
          <a:prstGeom prst="roundRect">
            <a:avLst>
              <a:gd name="adj" fmla="val 13889"/>
            </a:avLst>
          </a:prstGeom>
          <a:solidFill>
            <a:srgbClr val="EEEAFB"/>
          </a:solidFill>
          <a:ln/>
        </p:spPr>
      </p:sp>
      <p:sp>
        <p:nvSpPr>
          <p:cNvPr id="10" name="Text 7"/>
          <p:cNvSpPr/>
          <p:nvPr/>
        </p:nvSpPr>
        <p:spPr>
          <a:xfrm>
            <a:off x="1051560" y="5532120"/>
            <a:ext cx="10088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가이드는 이 볼트의 일 전부를 CdBd 기능·Figma 제작·도구로 구분해 담습니다.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볼트는 이미 스킬 5종 보유(card-automation·draft 등) → 경로 가이드는 스킬 없는 기능까지 ‘무슨 말→어느 파일’로 잇습니다.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확장 · 마지막 단계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플러그인 제작·배포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— 어느 볼트에서나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경로 가이드·스킬·도구를 하나로 묶어 배포 (진단서 D안·부록 B).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194560"/>
            <a:ext cx="10637215" cy="1783080"/>
          </a:xfrm>
          <a:prstGeom prst="roundRect">
            <a:avLst>
              <a:gd name="adj" fmla="val 6154"/>
            </a:avLst>
          </a:prstGeom>
          <a:solidFill>
            <a:srgbClr val="272729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22576"/>
            <a:ext cx="99971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cdbd-plugin/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                   (GitHub 저장소 1개)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├─ .claude-plugin/marketplace.json      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B7D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└─ plugins/cdbd/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├─ .claude-plugin/plugin.json          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B7D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├─ skills/ · agents/ · commands/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├─ .mcp.json   (Figma 연결)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└─ 기능별 경로 가이드(공통) · 브랜드 토큰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4160520"/>
            <a:ext cx="5135728" cy="1783080"/>
          </a:xfrm>
          <a:prstGeom prst="roundRect">
            <a:avLst>
              <a:gd name="adj" fmla="val 512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4297680"/>
            <a:ext cx="458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새로 만드는 것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4645152"/>
            <a:ext cx="45870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GitHub 저장소 1개 (private 권장)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새 파일 2개: marketplace.json · plugin.json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나머지는 기존 스킬·도구를 그대로 복사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깨진 링크 정리 + 브랜드 토큰 동봉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8728" y="4160520"/>
            <a:ext cx="5135728" cy="1783080"/>
          </a:xfrm>
          <a:prstGeom prst="roundRect">
            <a:avLst>
              <a:gd name="adj" fmla="val 5128"/>
            </a:avLst>
          </a:prstGeom>
          <a:solidFill>
            <a:srgbClr val="EEEAFB"/>
          </a:solidFill>
          <a:ln/>
        </p:spPr>
      </p:sp>
      <p:sp>
        <p:nvSpPr>
          <p:cNvPr id="14" name="Text 12"/>
          <p:cNvSpPr/>
          <p:nvPr/>
        </p:nvSpPr>
        <p:spPr>
          <a:xfrm>
            <a:off x="6553048" y="4297680"/>
            <a:ext cx="458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팀원 설치 (1회)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4645152"/>
            <a:ext cx="45870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/plugin marketplace add CdBd-in/cdbd-plugin
</a:t>
            </a:r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/plugin install cdbd@cdbd-plugin
</a:t>
            </a:r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어느 볼트·맨 바깥에서도 로드 · 자동 최신화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  누가 · 무엇을 · 지금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진행합니다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0(결정 2가지)만 주시면 → 제가 바로 STEP 1부터 시작합니다.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721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097280"/>
                <a:gridCol w="6839712"/>
                <a:gridCol w="1463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누가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무엇을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소요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0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당신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대분류 3개 확정 · 첫 저장소 = cdbd-templates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1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분류표 확정 (이 저장소 기능 ●◐○)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2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기능별 경로 가이드 작성 (파일·섹션 확정 + 경로 검증 + 표 9개 오류 정정)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3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저장소 CLAUDE.md에 연결 1줄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4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같이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— "이 템플릿 상세페이지 만들어줘" 테스트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5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통과 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 저장소 확산 → 플러그인 제작·배포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5486400"/>
            <a:ext cx="10637215" cy="658368"/>
          </a:xfrm>
          <a:prstGeom prst="roundRect">
            <a:avLst>
              <a:gd name="adj" fmla="val 13889"/>
            </a:avLst>
          </a:prstGeom>
          <a:solidFill>
            <a:srgbClr val="EEEAFB"/>
          </a:solidFill>
          <a:ln/>
        </p:spPr>
      </p:sp>
      <p:sp>
        <p:nvSpPr>
          <p:cNvPr id="10" name="Text 7"/>
          <p:cNvSpPr/>
          <p:nvPr/>
        </p:nvSpPr>
        <p:spPr>
          <a:xfrm>
            <a:off x="1051560" y="5559552"/>
            <a:ext cx="100885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정할 것  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대분류 = 에디터·어드민·홈페이지 3개로 OK?   ② 첫 저장소 = cdbd-templates로 OK?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2026-08-11T07:25:03Z</dcterms:created>
  <dcterms:modified xsi:type="dcterms:W3CDTF">2026-08-11T07:25:03Z</dcterms:modified>
</cp:coreProperties>
</file>