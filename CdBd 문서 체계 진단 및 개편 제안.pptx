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26개 중 썸네일 관련만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3703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2064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6694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③(정보 갈라짐)이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