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질문 두 개로 나눠서 · 네 가지 안 총평 · 권장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21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권장안,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 –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24장 · 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두 개로 나눠서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① 정본을 어디 두나   ·   ② Claude에게 어떻게 전달하나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선택은 하나가 아니라, 질문 두 개입니다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“A안이냐 B안이냐”가 아니라, 서로 독립된 질문 두 개를 각각 답하는 문제입니다.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질문 2 →  Claude에게 어떻게 전달하나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2148840"/>
            <a:ext cx="352044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2231136"/>
            <a:ext cx="3520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각 저장소 .claude/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432304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지금 방식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2148840"/>
            <a:ext cx="352044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231136"/>
            <a:ext cx="3520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 마켓플레이스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432304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볼트 밖에서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질문 1 ↓  정본을 어디 두나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0896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정본에 손 안 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상태 유지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3108960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3364991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3108960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364991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041648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8795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_core submodule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5312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공통 정본을 각 볼트에 꽂음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4041648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60520" y="429768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4041648"/>
            <a:ext cx="3520440" cy="804672"/>
          </a:xfrm>
          <a:prstGeom prst="rect">
            <a:avLst/>
          </a:prstGeom>
          <a:solidFill>
            <a:srgbClr val="F2F0FF"/>
          </a:solidFill>
          <a:ln w="2286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429768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74336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120640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 통합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385816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합침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4974336"/>
            <a:ext cx="3520440" cy="804672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20" y="5230368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4974336"/>
            <a:ext cx="3520440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8120" y="5230368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(C+플러그인)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지금까지 제가 보여드린 A·B는 왼쪽 열 안에서만 강약을 나눈 것이었습니다. 오른쪽 열이 통째로 빠져 있었습니다.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원인 ②③④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질문 1 — 정본을 어디 둘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색이 두 값으로 갈라진 문제를 어떻게 막을 것인가에 대한 답입니다.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3337560" cy="37033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손 안 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지금처럼 각 저장소가 자기 사본을 가짐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작업량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원인 ③이 그대로 남음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6개월 뒤 또 갈라짐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1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비추천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148840"/>
            <a:ext cx="3337560" cy="3703320"/>
          </a:xfrm>
          <a:prstGeom prst="rect">
            <a:avLst/>
          </a:prstGeom>
          <a:solidFill>
            <a:srgbClr val="ECFAF2"/>
          </a:solidFill>
          <a:ln w="2286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_core submodule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공통 정본 저장소 1개를 만들어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볼트에 _core/ 폴더로 꽂음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값을 고치면 5곳에 동시 반영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고객 자료 분리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2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팀원이 update를 잊으면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또 낡을 수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◎ 권장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2148840"/>
            <a:ext cx="3337560" cy="37033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1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 (공개 1 + 고객 1)로 합침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1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1개라 ②③④가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구조적으로 소멸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730MB+ · 옵시디언 성능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고객 자료 권한 분리 약화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왜 나눴는지 기록이 없음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7031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△ 보류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통합(C)을 보류로 둔 결정적 이유 — 2026-05에 정확히 반대로 결정한 사안인데, MIGRATION.md에 “왜 나눴는지”가 적혀 있지 않습니다.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원인 ①⑤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질문 2 — Claude에게 어떻게 전달할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맨 바깥에서 켜면 0개인 문제와, 3대에 손으로 맞춰야 하는 문제에 대한 답입니다.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5166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 저장소 .claude/ 에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7004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방식 · 저장소마다 스킬을 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1752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46120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저장소를 열면 그 저장소 스킬이 보임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옵시디언에서 사람도 파일을 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15968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44568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맨 바깥(허브)에서 켜면 여전히 0개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새 저장소를 만들면 또 처음부터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3대에 clone·설치를 수동 반복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5010912"/>
            <a:ext cx="461772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038344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◐ 부분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148840"/>
            <a:ext cx="5166360" cy="3200400"/>
          </a:xfrm>
          <a:prstGeom prst="rect">
            <a:avLst/>
          </a:prstGeom>
          <a:solidFill>
            <a:srgbClr val="ECFAF2"/>
          </a:solidFill>
          <a:ln w="2286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3591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 마켓플레이스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67004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 1개를 만들어 배포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301752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246120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 — 허브·신규 저장소 포함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스킬·에이전트·Figma MCP 설정까지 한 번에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설치, 업데이트는 자동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315968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544568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사람이 옵시디언에서 못 봄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→ 스킬을 두껍게 쓰면 볼트 문서와 또 갈라짐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9672" y="5010912"/>
            <a:ext cx="461772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5038344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◎ 권장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532120"/>
            <a:ext cx="10634472" cy="777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6692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팀원이 하는 일은 이 한 줄이 전부입니다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/plugin marketplace add CdBd-in/cdbd-plugin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플러그인 하나에 skills · agents · commands · .mcp.json(Figma 연결)을 전부 담을 수 있습니다 — 공식 마켓플레이스 구조로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총평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 가지 안 — 무엇을 왜 추천하지 않는가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11680"/>
          <a:ext cx="10634472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560320"/>
                <a:gridCol w="2011680"/>
                <a:gridCol w="5285232"/>
              </a:tblGrid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조합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해결하는 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판정과 이유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손 안 댐 × 저장소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④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1단계로만  ·  원인 ③이 남아 6개월 뒤 재발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_core × 저장소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절반  ·  허브는 여전히 0개, 3대 배포가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× 저장소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보류  ·  볼트 730MB+, 고객 자료 분리 약화, 분리 이유 미기록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손 안 댐 × 플러그인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절반  ·  ③④ 미해결,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_core × 플러그인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 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◎ 정본은 볼트 안에 두고, 스킬만 밖에서 배포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120640"/>
            <a:ext cx="10634472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3035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권장안이 A~D의 단점을 어떻게 피하는가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정본(브랜드 토큰 · 문서 규칙)은 _core로 볼트 안에 → 사람이 옵시디언에서 봄  (D안의 약점 회피)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스킬은 얇게 만들어 플러그인으로 배포하고 _core 문서를 가리키기만 함 → 볼트 밖에 지식이 쌓이지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A는 버리는 안이 아니라 “1단계”입니다 — 권장안으로 가는 길에 어차피 거쳐야 하는 작업입니다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권장안을 적용하면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권장안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 — 지금 · 1단계만 · 권장안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A(1단계)를 저장소 1개에 먼저 적용해 효과를 확인한 뒤, _core + 플러그인으로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