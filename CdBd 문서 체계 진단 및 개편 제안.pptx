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선택지 A~D · 추천안 · D안이 필요한 이유 · 적용 결과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vs 추천안,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21장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팀원 컴퓨터를 맞추는 절차가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그런데 각자 컴퓨터에 갖춰야 할 4가지가 있고, 넷 다 성격이 다릅니다.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94560"/>
          <a:ext cx="10634472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3063240"/>
                <a:gridCol w="274320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성격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해야 할 일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  (git 밖)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우리 자산인데 밖에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저장소로 이관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외부 프로젝트 garrytan/gstack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남의 저장소 — 넣으면 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설치 절차 문서화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비밀번호 — 넣으면 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.env.example로 안내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 (개인 설정)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설정 파일 — 넣어도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.mcp.json 커밋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2519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 안에 만든 스킬 6종은 git에 정상 저장돼 있습니다. 문제는 “못 넣는 것”과 “안 넣은 것”이 섞여 있다는 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9028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이 절차가 어디에도 적혀 있지 않습니다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937760"/>
            <a:ext cx="10634472" cy="10241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0749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0533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Claude가 절차를 다 알아도 로그인 단계에서 막힙니다.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권한 설정에 /Users/leesunho 경로가 박혀 있어, 다른 컴퓨터에선 매번 승인 팝업이 뜨고 무인 실행(매일 20시)은 멈춥니다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선택지 네 가지와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 추천을 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무엇이 있나   →   무엇을 고를까   →   파일이 어떻게 바뀌나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모든 안의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뒤에 나올 모든 안에 공통으로 해당합니다. 차이는 “몇 개를 만드느냐”와 “어디에 두느냐”뿐입니다.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선택지는 네 가지입니다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먼저 각각이 무엇인지만 보시겠습니다. 추천은 다음 장에서 말씀드립니다.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안내판 달기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 그대로 두고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저장소가 스스로를 설명하게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CLAUDE.md를 라우팅 표로 통일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자주 쓰는 기능 20개 스킬 등록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깨진 주소·링크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② 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104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정본 만들기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토큰·문서 규칙을 담은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저장소를 신설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각 볼트에 _core/ 폴더로 꽂음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 하나 고치면 5곳 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2194560"/>
            <a:ext cx="2487168" cy="352044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79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7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저장소 합치기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5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통합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(공개 1 + 고객 자료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5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1개가 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간 링크가 전부 작동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B의 대안 — 같이 쓰진 않음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91655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1655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655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③ 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7111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7111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61703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1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플러그인으로 배포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만들어 스킬을 볼트 밖에서 전달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MCP 설정까지 한 번에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98280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9788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600760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A는 어느 길로 가든 해야 하는 기본 정리 ·  B와 C는 “정본을 어떻게 하나”의 두 대안(택일) ·  D는 “어떻게 전달하나”라 따로 더할 수 있음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저는 A + B + D 를 추천합니다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정리(A) 위에, 정본은 _core로 묶고(B), 전달은 플러그인으로(D). C는 보류합니다.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2743200" cy="114300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안내판·스킬·링크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정본 단일화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+ _core/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밖 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cdbd-plugin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148840"/>
            <a:ext cx="1444752" cy="1143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39572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2633472"/>
            <a:ext cx="1444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①②③④⑤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944368"/>
            <a:ext cx="1444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해결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왜 하나만으로는 안 되나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77240" y="3840480"/>
          <a:ext cx="10634472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6949440"/>
                <a:gridCol w="2587752"/>
              </a:tblGrid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단독으로 쓰면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그래서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③(정보 갈라짐)이 그대로 → 6개월 뒤 또 갈라짐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바깥에서 켜면 여전히 0개 · 3대에 수동 설치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③④ 미해결 · 스킬이 볼트 밖이라 또 갈라질 위험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77240" y="5504688"/>
            <a:ext cx="10634472" cy="86868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62356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C안(저장소 합치기)을 보류한 이유 — 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730MB+ · 고객 자료 권한 분리 약화 ·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2026-05에 정확히 반대로 결정한 사안인데 “왜 나눴는지”가 기록에 없습니다.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이유를 모른 채 되돌리면 그때 문제가 재발할 수 있어, 근거가 확인되기 전까지는 B로 갑니다.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D안(플러그인)까지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A·B로 저장소를 아무리 잘 정리해도, 저장소 안에 넣는 방식만으로는 남는 문제가 셋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12848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134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40279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저장소에 넣어도 “그 저장소에서 켤 때”만 보입니다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603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cdbd-templates 에서 켜면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스킬 5개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맨 바깥 design 에서 켜면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0개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새 저장소를 만들면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또 처음부터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258568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44144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플러그인은 폴더에 묶이지 않습니다 — 어디서 켜도 로드됩니다.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11296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118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3872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3대 × 6저장소를 손으로 맞춰야 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58768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이번 조사에서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marketing 볼트 45일 낡음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submodule도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update를 잊으면 같은 일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한 대라도 빠지면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 컴퓨터에서만 조용히 실패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3557015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739896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플러그인은 마켓플레이스에서 자동으로 최신본을 받습니다.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809744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83717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git에 넣으면 안 되는 것도 함께 나릅니다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57216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gstack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남의 저장소라 커밋 불가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Figma MCP 설정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지금은 개인 설정에만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스킬·에이전트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저장소마다 흩어져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4855464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8040" y="5038344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 하나에 skills · agents · commands · .mcp.json 을 묶어 배포합니다.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172200"/>
            <a:ext cx="10634472" cy="4572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62819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5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팀원이 하는 일은 이 한 줄이 전부입니다      </a:t>
            </a: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/plugin marketplace add CdBd-in/cdbd-plugin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— ① 전체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저장소를 2개 만듭니다 — 정본을 담는 cdbd-core(B안)와, 스킬을 나르는 cdbd-plugin(D안).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084831"/>
            <a:ext cx="4233672" cy="120700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19456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  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87168"/>
            <a:ext cx="4233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자산 · 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291840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3101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598164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285232"/>
            <a:ext cx="10634472" cy="658368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3766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D안  cdbd-plugin   (신규 저장소)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614416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 · 에이전트 · Figma MCP 설정  →  팀원이 1회 설치하면 위 5개 저장소는 물론 허브·신규 저장소까지 어디서 켜도 자동 로드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0533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볼트 안에 실제 폴더로 들어가 사람도 봅니다. 플러그인은 볼트 밖에서 스킬만 나릅니다 — 둘의 역할이 다릅니다.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 했을 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추천안 A+B+D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플러그인 설치 1회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 순서: A를 저장소 1개에 먼저 적용해 효과를 확인한 뒤, B(_core)와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안을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38528"/>
          <a:ext cx="10634472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 이관 · gstack 설치 절차 문서화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77256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1·2번은 오늘, 3~5번은 이번 주, 6~8번은 이번 달 안에 처리하면 됩니다.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뒤에 A안을 저장소 1개에 시범 적용해보고, 효과가 확인되면 B(_core)와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