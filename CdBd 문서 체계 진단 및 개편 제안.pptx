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031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 디자인팀 · 문서 체계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Claude가 우리 기능을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 알게 만들려면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75488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저장소 10개 · 마크다운 문서 450여 개 전수 조사 결과와 개편 제안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2026-08-09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오늘 이야기 순서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221991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현황 파악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2487168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우리 저장소가 몇 개이고 어떤 상태인지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232257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– 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44368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944368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3063239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328415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기능 96개 중 Claude가 아는 건 7개 — 왜 그런지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316382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 – 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785615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785615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968496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904487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근본 원인 5가지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4169663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목표를 3가지 조건으로 나눠서 원인을 하나씩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40050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 – 13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626864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626864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80974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74573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해결 방안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010912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선택지 A~D · 추천안 · 적용하면 구조가 어떻게 바뀌나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48463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14 – 18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5468112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5468112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5650992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558698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비교 · 즉시 조치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5852160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vs 추천안, 어느 쪽이든 지금 해야 할 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568756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19 – 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55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총 20장 · 15분  ·  가장 중요한 장은 03번입니다. 원인을 알아야 어느 해결안이 맞는지 판단하실 수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 줄로 요약하면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450592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CdBd의 기능은 총 96개입니다.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72384"/>
            <a:ext cx="9784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그중 Claude가 스스로 발견할 수 있는 건 </a:t>
            </a:r>
            <a:r>
              <a:rPr sz="3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7개</a:t>
            </a: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767328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맨 바깥 폴더에서 Claude를 켜면 — 0개입니다.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즉 팀원이 “룩북 시안 만들어줘”, “큐알 이벤트 만들어줘” 라고 해도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그런 기능이 있다는 사실 자체를 모릅니다.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문서는 훌륭하게 쓰여 있는데도요. — 오늘 이야기는 전부 이 한 문장에 대한 설명입니다.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먼저, 우리 저장소가 몇 개인지부터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ONBOARDING.md는 6개라고 안내하지만, 실제로는 10개였습니다. (4개는 아무도 모르고 있던 것)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12848"/>
          <a:ext cx="10634472" cy="341985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017520"/>
                <a:gridCol w="1097280"/>
                <a:gridCol w="1371600"/>
                <a:gridCol w="2404872"/>
              </a:tblGrid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역할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용량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 (허브)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문서 · 온보딩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규칙 0개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 시스템 정본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템플릿 제작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가장 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블로그 · 매거진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517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 · 4일 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룩북 · 소식지 (고객)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QR 스탬프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documentation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180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mintlify-docs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git-sync-mustard73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옛 단일 볼트 잔재 (private)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5779008"/>
            <a:ext cx="10634472" cy="5029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888736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아래 4개는 아무도 안 쓰는 저장소입니다. Mintlify 3개는 문서 사이트를 만들려다 중단한 흔적(커밋 1개·CdBd 내용 0줄·2개는 완전 중복본), 맨 아래는 옛 볼트 잔재입니다.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Mintlify 3개는 GitHub에만 있고 우리 컴퓨터에 clone되어 있지 않습니다 · git-sync-mustard73은 이 컴퓨터 바탕화면에 남아 있습니다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본론 — 기능은 96개, Claude가 아는 건 7개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여기서 “기능”이란 팀원이 Claude에게 시킬 수 있는 작업 단위입니다. (예: 룩북 시안 제작, QR 이벤트 제작)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cdbd-templates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11880" y="2414016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11880" y="2414016"/>
            <a:ext cx="1721223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46920" y="24323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5/17  ·  29%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2666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3017520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80" y="3017520"/>
            <a:ext cx="688489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4692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2/17  ·  12%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3016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cdbd-marketing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80" y="3621024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20" y="36393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0/26  ·  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33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cdbd-design-service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4224528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424281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0/16  ·  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3717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makevu-qrstp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4828032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4846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0/20  ·  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532120"/>
            <a:ext cx="10634472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66928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합계 96개 중 7개 (7.3%)  ·  나머지 89개는 문서 속에 묻혀 있어 누가 가리켜주기 전엔 Claude가 알 수 없습니다.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 ·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쉽게 말하면 — 도서관에 안내판이 없습니다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3337560" cy="224028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책은 훌륭합니다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450여 권의 문서가 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내용도 좋습니다.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QR 이벤트 제작법 372줄,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개발 문서 가이드 787줄.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874519"/>
            <a:ext cx="3337560" cy="2240280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안내판이 없습니다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작업엔 이 문서를 봐라”는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표지판이 한 장도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저장소 전체에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목차 파일이 0개입니다.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1874519"/>
            <a:ext cx="3337560" cy="224028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방끼리 문이 잠겨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옆방에 뭐가 있는지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 수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그래서 같은 책을 각자 베꼈고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내용이 서로 달라졌습니다.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그런데 안내판을 달아도 부족합니다 — 사람과 Claude가 문서를 읽는 방식이 다르기 때문입니다.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754880"/>
            <a:ext cx="5120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937760"/>
            <a:ext cx="46177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사람이 읽을 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[[1-3. 색상 팔레트]]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가 보이면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눌러서 열어봅니다.  ✓ 링크가 연결됨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754880"/>
            <a:ext cx="5148072" cy="123444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4937760"/>
            <a:ext cx="46177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Claude가 읽을 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[[1-3. 색상 팔레트]]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가 보이면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그냥 글자로 읽고 지나갑니다.  ✗ 연결 안 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264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→ 문서를 더 잘 쓰는 것으로는 해결되지 않습니다. 「읽으라고 시키는 장치」가 따로 필요합니다.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“위키링크는 Claude에게 클릭이 아닙니다” — 팀이 이미 작성해 둔 「CdBd 에디터 문서 구축 계획」에 있던 문장입니다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원인을 보기 전에 — 목표를 3가지 조건으로 나눠보겠습니다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 목표: “팀원이 자기 컴퓨터에서 Claude에게 CdBd의 어떤 기능을 시켜도 제대로 동작한다”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이 한 문장이 성립하려면 조건 3개가 모두 충족돼야 합니다. 하나라도 빠지면 목표는 달성되지 않습니다.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발견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그런 기능이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있다는 걸 알아야 한다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984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① 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일관성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누가 시켜도 같은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정보로 같은 결과가 나와야 한다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172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③ 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697480"/>
            <a:ext cx="3337560" cy="2331720"/>
          </a:xfrm>
          <a:prstGeom prst="rect">
            <a:avLst/>
          </a:prstGeom>
          <a:solidFill>
            <a:srgbClr val="FFF6E6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조건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실행 가능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 팀원 컴퓨터에서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실제로 돌아가야 한다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9360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원인 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5257800"/>
            <a:ext cx="10634472" cy="96012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4406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솔직히 말씀드리면 — 처음 분석할 때 조건 3(실행 가능)을 빠뜨렸습니다.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스킬을 아무리 잘 등록해도, 팀원 컴퓨터에 도구와 로그인 정보가 없으면 실행 자체가 안 됩니다. 이번에 다시 확인해서 추가했습니다.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① 입구에 아무것도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폴더를 열면 그 폴더의 CLAUDE.md와 .claude 폴더를 자동으로 읽습니다. 말하자면 “첫날 안내문”입니다.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86000"/>
          <a:ext cx="10634472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91840"/>
                <a:gridCol w="4023360"/>
                <a:gridCol w="3319272"/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design 폴더의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있어야 할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 공통 규칙 · 전체 기능 목록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파일 자체가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.claude/commands/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명령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.claude/agents/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에이전트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114800"/>
            <a:ext cx="10634472" cy="2057400"/>
          </a:xfrm>
          <a:prstGeom prst="rect">
            <a:avLst/>
          </a:prstGeom>
          <a:solidFill>
            <a:srgbClr val="FFFF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159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그리고 더 큰 문제 — 스킬이 개인 컴퓨터에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0916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블로그 썸네일 스킬(blog-thumbnail)은 저장소가 아니라 이선호님 컴퓨터 개인 폴더에 저장돼 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git에 없으므로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팀원이 clone해도 따라오지 않습니다.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 이선호님이 “썸네일 만들어줘” 하면 되는데, 강현이님이 하면 안 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심지어 그 스킬 안의 링크 4개는 전부 깨져 있고, makevu 저장소에서 부르면 엉뚱하게 마케팅 규칙을 읽습니다.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이번 조사 자체가 증거였습니다 — 맨 바깥 폴더에서 시작했더니 볼트가 가진 스킬 7종·에이전트 19종이 하나도 보이지 않았습니다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 안내문에 공통 뼈대가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CLAUDE.md는 Claude가 폴더를 열자마자 자동으로 읽는 유일한 파일 — 신입에게 첫날 건네는 안내문입니다.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5120640" cy="219456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2860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저장소마다 달라도 되는 것 —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651760"/>
            <a:ext cx="46177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design-system — 아이콘 · 컴포넌트 규칙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makevu-qrstp — QR 이벤트 제작 절차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design-service — 룩북 제작 프로세스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marketing — 썸네일 · 카드뉴스 규칙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→ 이건 다른 게 정상이고, 그래야 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103120"/>
            <a:ext cx="5148072" cy="2194560"/>
          </a:xfrm>
          <a:prstGeom prst="rect">
            <a:avLst/>
          </a:prstGeom>
          <a:solidFill>
            <a:srgbClr val="FDEEEE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22860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어느 저장소든 있어야 하는 것 — 뼈대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2651760"/>
            <a:ext cx="47091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기능 라우팅 표 “이렇게 말하면 → 이 스킬”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 / 5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자기 저장소 스킬 소개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각주뿐 · 라우팅 0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Figma 선로드 규칙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쓰는 곳 4 중 2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세션 컨텍스트 작성 규칙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 / 5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다른 저장소 참조 방법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 / 5 (죽은 주소)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4805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게다가 안내문 내용 자체가 틀린 곳이 있습니다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4846320"/>
          <a:ext cx="10634471" cy="10972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840480"/>
                <a:gridCol w="4050791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안내문에 적힌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문서 표의 경로 9개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전부 옛 파일명 — 표 전체가 무용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“CdBd 디자인 시스템/MEMORY.md”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그런 폴더가 없음 (실제는 루트)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77240" y="6035040"/>
            <a:ext cx="10634472" cy="41148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6117336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해결은 “분량을 맞춰라”가 아닙니다. 뼈대(骨)는 공통으로 정하고, 내용(肉)은 저장소마다 다르게 — 이게 맞습니다.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③ 방끼리 막혀 정보가 갈라집니다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볼트를 6개로 일부러 나눴습니다. 사람에겐 괜찮지만 Claude에겐 옆방이 존재하지 않는 것과 같습니다.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증거 1 — 브랜드 그린이 두 값으로 갈라졌습니다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14600"/>
            <a:ext cx="5120640" cy="123444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679192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디자인 시스템 저장소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26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#3DF69B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1-1. 컬러.md 에 정본으로 기록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514600"/>
            <a:ext cx="5148072" cy="123444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2679192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마케팅 저장소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26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#4DE98B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스크린샷을 눈으로 뽑은 값 · 14곳에서 사용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8404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마케팅 담당자는 디자인 시스템 문서를 볼 수 없어 화면을 캡처해 색을 직접 뽑았습니다. 2개월간 아무도 몰랐습니다.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7939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증거 2 — 안 여는 볼트는 몇 달씩 낡습니다 (오늘 제가 직접 당한 일)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645152"/>
            <a:ext cx="10634472" cy="137160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828032"/>
            <a:ext cx="100584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이 컴퓨터의 cdbd-marketing 볼트가 GitHub보다 232커밋(45일) 뒤처져 있었습니다.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obsidian-git은 그 볼트를 옵시디언에서 열어야만 동기화합니다. 6/24 이후 안 열었더니 계속 낡았습니다.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그래서 제 보고서 3곳이 틀렸습니다.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사람도 Claude도 낡은 정보로 판단하게 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같은 이유로 design-service와 makevu-qrstp도 templates의 팔레트·폰트를 각자 베껴 갔고, 둘 다 원본 번호가 틀려 있습니다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④ 정답이 두 개이고, 주소는 죽어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규칙집이 두 권인데 표지가 똑같습니다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21408"/>
            <a:ext cx="2487168" cy="173736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04288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CLAUDE.md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131 KB · 7/24</a:t>
            </a:r>
          </a:p>
          <a:p>
            <a:pPr>
              <a:lnSpc>
                <a:spcPct val="155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프리셋 변경 금지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PNG 알파 크롭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다크모드 보정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3410712" y="2121408"/>
            <a:ext cx="2487168" cy="1737360"/>
          </a:xfrm>
          <a:prstGeom prst="rect">
            <a:avLst/>
          </a:prstGeom>
          <a:solidFill>
            <a:srgbClr val="FDEEEE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2304288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AGENTS.md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94 KB · 7/23</a:t>
            </a:r>
          </a:p>
          <a:p>
            <a:pPr>
              <a:lnSpc>
                <a:spcPct val="155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프리셋 변경 금지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PNG 알파 크롭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다크모드 보정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77639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사규집이 두 권인데 한 권은 하루 전 버전이고,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표지에 그 표시가 없습니다.</a:t>
            </a:r>
          </a:p>
          <a:p>
            <a:pPr>
              <a:lnSpc>
                <a:spcPct val="140000"/>
              </a:lnSpc>
              <a:spcBef>
                <a:spcPts val="700"/>
              </a:spcBef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AGENTS.md를 집어든 Claude는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최신 규칙 3개를 모른 채 작업합니다.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design-service에도 같은 구조가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755648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저장소를 잇는 유일한 다리는 죽은 주소입니다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121408"/>
            <a:ext cx="5148072" cy="114300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267712"/>
            <a:ext cx="4709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A9A9A"/>
                </a:solidFill>
                <a:latin typeface="SF Mono"/>
                <a:ea typeface="SF Mono"/>
                <a:cs typeface="SF Mono"/>
              </a:rPr>
              <a:t>cdbd-templates / CLAUDE.md  72행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23744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/Users/designer/…/cdbd-design-system/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862072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↑ 이 컴퓨터에 designer 라는 사용자는 없습니다.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401568"/>
            <a:ext cx="51480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본사가 이사 갔는데 지점 주소록을 안 고친 상태입니다.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찾아가면 “그런 폴더 없음”이 뜨고 그냥 포기합니다.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526280"/>
            <a:ext cx="5148072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690872"/>
            <a:ext cx="4709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죽은 주소가 3종류 섞여 있습니다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/Users/designer/…   </a:t>
            </a:r>
            <a:r>
              <a:rPr sz="11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/Users/leesunho/…   </a:t>
            </a:r>
            <a:r>
              <a:rPr sz="11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/Users/mustard/…   </a:t>
            </a:r>
            <a:r>
              <a:rPr sz="11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현재 사용자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밖에 .agents/ · .codex/ 복사본 폴더도 있는데, 기계 치환 과정에서 claude.ai/design 이 Codex.ai/design 으로 오염됐습니다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3 실행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⑤ 도구와 열쇠가 개인 컴퓨터에만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우리는 2명이 최소 3대에서 일합니다. 아래를 3벌 이상 손으로 맞춰야 하고, 한 대라도 빠지면 그 컴퓨터에서만 조용히 실패합니다.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176272"/>
          <a:ext cx="10634472" cy="17373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06240"/>
                <a:gridCol w="3291840"/>
                <a:gridCol w="1645920"/>
                <a:gridCol w="1490472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컴퓨터에 필요한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있는 곳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git에 있나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크기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스킬 (브라우저 자동화)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~/.claude/skills/gstack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1.1 GB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blog-thumbnail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 로그인 정보 (ID/PW)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~/.config/cdbd/cdbd.env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Figma MCP 연결 설정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~/.claude.json (개인)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041648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권한 설정에 남의 컴퓨터 경로가 박혀 있습니다 —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/Users/leesunho/…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→ 다른 컴퓨터에선 매번 승인 팝업, 무인 실행은 멈춤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마케팅 폴더를 재편했더니 저장소 밖 blog-thumbnail 스킬의 참조 6개가 </a:t>
            </a:r>
            <a:r>
              <a:rPr sz="13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100% 깨졌습니다</a:t>
            </a: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— 문서를 개선할수록 밖의 스킬은 망가집니다.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8920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그런데 온보딩 문서에는 이 절차가 하나도 없습니다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257800"/>
            <a:ext cx="10634472" cy="10058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404104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ONBOARDING.md 단어 검색 결과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1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“Claude” 0회   ·   “스킬” 0회   ·   “MCP” 0회   ·   “Figma” 0회   ·   “.env” 0회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SSH 키·git·옵시디언까지만 안내합니다. 새 팀원은 문서대로 다 따라 해도 Claude로 일할 준비가 되지 않습니다.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검증: ~/.claude/skills · ~/.config/cdbd 실제 내용 확인 + settings.json 하드코딩 경로 추출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종합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5가지 — 한눈에 정리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103120"/>
          <a:ext cx="10634471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457200"/>
                <a:gridCol w="3566160"/>
                <a:gridCol w="3749039"/>
                <a:gridCol w="1490472"/>
              </a:tblGrid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원인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해결 난이도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①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폴더에 입구가 없음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없음 · .claude 빈 폴더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②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안내문에 공통 뼈대가 없음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라우팅 표 0/5 · 스킬 소개 0 · 경로 오류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③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방끼리 막혀 정보가 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색 분기 · 안 여는 볼트는 45일씩 낡음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어려움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④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정답이 2개이고 주소는 죽음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↔ AGENTS.md · 죽은 경로 3종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⑤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도구·열쇠가 개인 컴퓨터에만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1.1GB · 로그인정보 · MCP (3대 수동)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440680"/>
            <a:ext cx="10634472" cy="6858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59612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5개 중 3개는 하루 이틀이면 고칩니다. 진짜 어려운 건 ③ 하나입니다.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그리고 ③을 건드리느냐 마느냐가, 다음에 말씀드릴 두 해결 방식이 갈리는 지점입니다.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10896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선택지 네 가지와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 추천을 말씀드립니다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8920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무엇이 있나   →   무엇을 고를까   →   파일이 어떻게 바뀌나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모든 안의 공통 토대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해법의 핵심 — 문서가 아니라 “스킬”로 등록합니다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19072"/>
            <a:ext cx="10634472" cy="38404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10512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이건 뒤에 나올 모든 안에 공통으로 해당합니다. 차이는 “몇 개를 만드느냐”와 “어디에 두느냐”뿐입니다.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1284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(문서에만 있을 때)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42032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6243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615184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4440" y="3154679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35608" y="32369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3227832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어떤 룩북인가요?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관련 문서를 알려주세요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005072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40873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078224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룩북/1. 제작 프로세스/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읽어봐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4855464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5608" y="4937759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4928616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네, 이제 알겠습니다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321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→ 팀원이 문서 경로를 외우고 있어야 합니다. 모르면 시작조차 못 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212848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제안 (스킬로 등록했을 때)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2542032"/>
            <a:ext cx="4690872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7" y="26243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2615184"/>
            <a:ext cx="33192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20840" y="3154679"/>
            <a:ext cx="4690872" cy="969264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22007" y="32369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3227832"/>
            <a:ext cx="33192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(lookbook-draft 스킬 발동)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읽었습니다.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8단계 절차대로 시작합니다.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4224528"/>
            <a:ext cx="5148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→ 팀원은 하고 싶은 말만 하면 됩니다. 누가 시켜도 같은 절차로 진행됩니다.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800600"/>
            <a:ext cx="5148072" cy="141732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4956048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name: lookbook-draft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description: 룩북 시안 8P 제작.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TRIGGER — “룩북 시안 만들어줘”,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“OO 브랜드 시안 뽑아줘”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→ 먼저 1-2. 시안.md 전문을 읽는다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96188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스킬은 짧습니다 — 내용을 베끼지 않고 정본 문서를 가리키기만 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핵심은 description에 팀원이 실제로 쓰는 한국어 문장을 넣는 것입니다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선택지는 네 가지입니다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먼저 각각이 무엇인지만 보시겠습니다. 추천은 다음 장에서 말씀드립니다.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2487168" cy="3520440"/>
          </a:xfrm>
          <a:prstGeom prst="rect">
            <a:avLst/>
          </a:prstGeom>
          <a:solidFill>
            <a:srgbClr val="F2F0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94560"/>
            <a:ext cx="2487168" cy="38404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2768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A안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2768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안내판 달기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724912"/>
            <a:ext cx="2121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구조 그대로 두고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각 저장소가 스스로를 설명하게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3493008"/>
            <a:ext cx="212140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CLAUDE.md를 라우팅 표로 통일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자주 쓰는 기능 20개 스킬 등록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깨진 주소·링크 정리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408" y="5138928"/>
            <a:ext cx="2121408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5193792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푸는 원인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5349240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② 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83864" y="2194560"/>
            <a:ext cx="2487168" cy="3520440"/>
          </a:xfrm>
          <a:prstGeom prst="rect">
            <a:avLst/>
          </a:prstGeom>
          <a:solidFill>
            <a:srgbClr val="F2F0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83864" y="2194560"/>
            <a:ext cx="2487168" cy="38404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48456" y="22768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B안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1104" y="22768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공통 정본 만들기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85032" y="2724912"/>
            <a:ext cx="2121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브랜드 토큰·문서 규칙을 담은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cdbd-core 저장소를 신설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85032" y="3493008"/>
            <a:ext cx="212140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각 볼트에 _core/ 폴더로 꽂음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값 하나 고치면 5곳 반영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사람도 옵시디언에서 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85032" y="5138928"/>
            <a:ext cx="2121408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85032" y="5193792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푸는 원인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5349240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0488" y="2194560"/>
            <a:ext cx="2487168" cy="3520440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0488" y="2194560"/>
            <a:ext cx="2487168" cy="38404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79" y="22768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7727" y="22768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저장소 합치기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1655" y="2724912"/>
            <a:ext cx="2121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→ 2개로 통합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(공개 1 + 고객 자료 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1655" y="3493008"/>
            <a:ext cx="212140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정본이 1개가 됨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볼트 간 링크가 전부 작동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B의 대안 — 같이 쓰진 않음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91655" y="5138928"/>
            <a:ext cx="2121408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91655" y="5193792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푸는 원인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91655" y="5349240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③ ④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97111" y="2194560"/>
            <a:ext cx="2487168" cy="3520440"/>
          </a:xfrm>
          <a:prstGeom prst="rect">
            <a:avLst/>
          </a:prstGeom>
          <a:solidFill>
            <a:srgbClr val="F2F0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97111" y="2194560"/>
            <a:ext cx="2487168" cy="38404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61703" y="22768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D안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74351" y="22768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플러그인으로 배포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2724912"/>
            <a:ext cx="2121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 전용 플러그인 저장소를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만들어 스킬을 볼트 밖에서 전달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8280" y="3493008"/>
            <a:ext cx="212140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어느 폴더에서 켜도 보임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Figma MCP 설정까지 한 번에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팀원은 1회 설치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98280" y="5138928"/>
            <a:ext cx="2121408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98280" y="5193792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푸는 원인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98280" y="5349240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⑤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897880"/>
            <a:ext cx="10634472" cy="4572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600760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A는 어느 길로 가든 해야 하는 기본 정리 ·  B와 C는 “정본을 어떻게 하나”의 두 대안(택일) ·  D는 “어떻게 전달하나”라 따로 더할 수 있음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추천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저는 A + B + D 를 추천합니다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기본 정리(A) 위에, 정본은 _core로 묶고(B), 전달은 플러그인으로(D). C는 보류합니다.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48840"/>
            <a:ext cx="2743200" cy="114300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0428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A안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기본 정리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안내판·스킬·링크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578608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48840"/>
            <a:ext cx="2743200" cy="114300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0" y="230428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B안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54203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정본 단일화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8803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cdbd-core + _core/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578608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03720" y="2148840"/>
            <a:ext cx="2743200" cy="114300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03720" y="230428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D안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54203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볼트 밖 배포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28803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cdbd-plugin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2148840"/>
            <a:ext cx="1444752" cy="1143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66960" y="2395728"/>
            <a:ext cx="1444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0" y="2633472"/>
            <a:ext cx="14447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①②③④⑤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2944368"/>
            <a:ext cx="14447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전부 해결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747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왜 하나만으로는 안 되나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777240" y="3840480"/>
          <a:ext cx="10634472" cy="16824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97280"/>
                <a:gridCol w="6949440"/>
                <a:gridCol w="2587752"/>
              </a:tblGrid>
              <a:tr h="42062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단독으로 쓰면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그래서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원인 ③(정보 갈라짐)이 그대로 → 6개월 뒤 또 갈라짐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B가 필요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바깥에서 켜면 여전히 0개 · 3대에 수동 설치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D가 필요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원인 ③④ 미해결 · 스킬이 볼트 밖이라 또 갈라질 위험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A·B가 필요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777240" y="5504688"/>
            <a:ext cx="10634472" cy="86868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5623560"/>
            <a:ext cx="10058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3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C안(저장소 합치기)을 보류한 이유 — 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볼트 730MB+ · 고객 자료 권한 분리 약화 · </a:t>
            </a: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그리고 2026-05에 정확히 반대로 결정한 사안인데 “왜 나눴는지”가 기록에 없습니다.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이유를 모른 채 되돌리면 그때 문제가 재발할 수 있어, 근거가 확인되기 전까지는 B로 갑니다.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적용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추천안을 적용하면 — ① 전체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새 저장소를 2개 만듭니다 — 정본을 담는 cdbd-core(B안)와, 스킬을 나르는 cdbd-plugin(D안).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7639" y="2084831"/>
            <a:ext cx="4233672" cy="120700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77639" y="2194560"/>
            <a:ext cx="4233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B안  cdbd-core   (신규 저장소)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87168"/>
            <a:ext cx="42336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토큰 · 문서 작성 규칙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공통 자산 · 자동 점검 스크립트</a:t>
            </a:r>
          </a:p>
        </p:txBody>
      </p:sp>
      <p:sp>
        <p:nvSpPr>
          <p:cNvPr id="9" name="Rectangle 8"/>
          <p:cNvSpPr/>
          <p:nvPr/>
        </p:nvSpPr>
        <p:spPr>
          <a:xfrm>
            <a:off x="6062472" y="3291840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3310128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자동 연결 (git submodule)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81328" y="3598164"/>
            <a:ext cx="9198864" cy="4114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60754" y="3639312"/>
            <a:ext cx="41148" cy="27432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1208" y="3913632"/>
            <a:ext cx="1920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" y="40233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" y="4553712"/>
            <a:ext cx="1609344" cy="2743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4608576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" y="4864608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60470" y="3639312"/>
            <a:ext cx="41148" cy="27432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20924" y="3913632"/>
            <a:ext cx="1920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20924" y="40233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templates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6372" y="4553712"/>
            <a:ext cx="1609344" cy="2743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6372" y="4608576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20924" y="4864608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60186" y="3639312"/>
            <a:ext cx="41148" cy="27432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0" y="3913632"/>
            <a:ext cx="1920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40233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marketing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76088" y="4553712"/>
            <a:ext cx="1609344" cy="2743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76088" y="4608576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4864608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59901" y="3639312"/>
            <a:ext cx="41148" cy="27432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20355" y="3913632"/>
            <a:ext cx="1920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20355" y="40233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design-service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75803" y="4553712"/>
            <a:ext cx="1609344" cy="2743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75803" y="4608576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0355" y="4864608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59617" y="3639312"/>
            <a:ext cx="41148" cy="27432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20072" y="3913632"/>
            <a:ext cx="1920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20072" y="40233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qrstp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75519" y="4553712"/>
            <a:ext cx="1609344" cy="2743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19" y="4608576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20072" y="4864608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285232"/>
            <a:ext cx="10634472" cy="658368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5376672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D안  cdbd-plugin   (신규 저장소)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5614416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스킬 · 에이전트 · Figma MCP 설정  →  팀원이 1회 설치하면 위 5개 저장소는 물론 허브·신규 저장소까지 어디서 켜도 자동 로드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605332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_core는 볼트 안에 실제 폴더로 들어가 사람도 봅니다. 플러그인은 볼트 밖에서 스킬만 나릅니다 — 둘의 역할이 다릅니다.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무엇이 달라지나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703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3246120"/>
                <a:gridCol w="1828800"/>
                <a:gridCol w="2148840"/>
                <a:gridCol w="2176272"/>
              </a:tblGrid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A만 했을 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추천안 A+B+D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Claude가 아는 기능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약 30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96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팀원이 문서 위치를 외워야 하나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외워야 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몰라도 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누가 시켜도 같은 결과가 나오나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대체로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값이 또 갈라질 수 있나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가능성 남음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구조적으로 불가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팀원 컴퓨터에서 돌아가나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혼자 셋업할 수 있나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 보고 수동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플러그인 설치 1회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문서가 늘어나도 유지되나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사람이 챙겨야 함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자동 점검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예상 작업량 · 팀 합의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작음 · 거의 불필요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큼 · 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96188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권장 순서: A를 저장소 1개에 먼저 적용해 효과를 확인한 뒤, B(_core)와 D(플러그인)로 확장합니다.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 즉시 조치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어느 안을 택하든, 지금 고쳐야 할 8가지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8679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40080"/>
                <a:gridCol w="4663440"/>
                <a:gridCol w="3657600"/>
                <a:gridCol w="1673352"/>
              </a:tblGrid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긴급도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그린 정본 확정 (#3DF69B / #4DE98B)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잘못된 값이 산출물에 사용 중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settings.json의 /Users/leesunho 경로 제거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컴퓨터에선 매번 승인 팝업 · 무인 실행 멈춤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· blog-thumbnail 스킬을 저장소로 이관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간 결과가 달라지거나 실행 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templates → design-system 주소 수정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저장소를 잇는 유일한 다리가 끊김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AGENTS.md 등 중복 규칙집 정리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낡은 규칙으로 작업하게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ONBOARDING.md에 Claude 셋업 챕터 추가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준비를 마칠 방법이 없음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design-service 안내문 주소 9개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 전체가 쓸모없는 상태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저장소 4개 정리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헷갈리게 만드는 노이즈 제거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※ 문서 체계와 별개로, cdbd-design-service의 GitHub 공개 설정 건은 따로 보고드렸습니다 (고객 자료 노출)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