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9748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
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091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106344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87168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82개입니다.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127248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85876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그리고 볼트 루트에서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 문서는 훌륭하게 쓰여 있는데도요.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조사: 5개 카테고리 저장소 + 허브 + 미확인 저장소 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CdBd-in 계정에는 저장소가 9개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3개가 더 있습니다.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40280"/>
          <a:ext cx="10634472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463040"/>
                <a:gridCol w="2313432"/>
              </a:tblGrid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최활성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45일 방치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806440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신규 발견 3개는 모두 Mintlify 기본 템플릿 그대로입니다. 커밋 1개('Initial commit'), CdBd 내용 0줄, docs와 mintlify-docs는 완전히 동일한 중복본입니다.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공개 설정이 문서와 정반대입니다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4472" cy="566928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75104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ONBOARDING.md 48행:  “cdbd-design-service는 고객 대행 작업이라 비공개(private) 저장소입니다.”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69748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2926080"/>
                <a:gridCol w="3593592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문서상 설명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설정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비공개 (고객 자료)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PUBLIC — 누구나 열람 가능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언급 없음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🔒 private</a:t>
                      </a:r>
                    </a:p>
                  </a:txBody>
                  <a:tcPr marL="128016" marR="91440" marT="36576" marB="36576" anchor="ctr">
                    <a:solidFill>
                      <a:srgbClr val="ECFA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· templates · marketing · 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공개 전제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PUBLIC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57200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무슨 뜻이냐면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고객사 룩북 작업 자료(브랜드명 · 시안 · 제작 프로세스)가 지금 인터넷에 공개돼 있습니다.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반대로 정말 공유돼야 할 디자인 시스템 저장소가 비공개로 잠겨 있습니다.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대용량 저장소(marketing 517MB · makevu 173MB)도 임시 캡처 이미지가 그대로 커밋된 결과입니다.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확인 방법: GitHub API 응답 코드 — 미인증 상태에서 열람 가능 여부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기능은 82개, 등록된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39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36829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368296"/>
            <a:ext cx="206546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3865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6/17  ·  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97180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297180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2990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844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57530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5935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0/12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879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178807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197095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9145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78231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005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5099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82개 중 7개 (8.5%)  ·  나머지 75개는 마크다운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28346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 내용도 좋습니다.
큐알 이벤트 제작법 372줄, 개발 문서
가이드 787줄 — 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28346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 몇 번 서가로 가라”는
표지판이 한 장도 없습니다. 6개 저장소
전체에 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28346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67712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게다가 방이 6개로 나뉘어
서로 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200400"/>
            <a:ext cx="2788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 볼 수 없습니다.
그래서 같은 책을 각 방이 따로 베껴
뒀고, 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10634472" cy="86868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28523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핵심: Claude에게 위키링크는 “클릭”이 아닙니다.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사람은 [[문서]]를 보면 눌러서 열지만, Claude에게는 그냥 글자입니다. 스스로 찾아 들어가지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그대로 적혀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입구가 비어 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2024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design/.claude/agents/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3840480"/>
            <a:ext cx="10634472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지금 이 조사 자체가 증거입니다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498848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루트에서 Claude를 켠 상태인데, 볼트가 실제로 가진 스킬 7종과 서브에이전트 19종이 하나도 보이지 않습니다.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제게 보인 blog-thumbnail 스킬은 저장소가 아니라 이선호님 개인 컴퓨터(~/.claude/)에 있는 것이었습니다.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git에 없으므로 팀원이 clone해도 따라오지 않습니다. 강현이님 컴퓨터에서는 아예 동작하지 않습니다.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3중으로 막혀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.gitignore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039112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허브가 하위 5개 폴더를 추적하지 않음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87168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userIgnoreFilters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606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옵시디언 검색에서도 5개 폴더 제외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054096"/>
            <a:ext cx="2834640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729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ONBOARDING.md 53행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17296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“볼트 간 위키링크는 되지 않습니다 — 의도된 설계입니다”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실제로 벌어진 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24528"/>
            <a:ext cx="5166360" cy="16002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62272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정본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· Brand/Secondary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4224528"/>
            <a:ext cx="5166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4462272"/>
            <a:ext cx="4617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스크린샷에서 눈으로 역추출한 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교차 참조가 0건이라 2개월 넘게 아무도 이 불일치를 발견하지 못했습니다. 잘못된 값이 지금도 마케팅 산출물에 쓰이고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③④ 다리가 끊겼고, 정답이 여러 개입니다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저장소를 잇는 유일한 다리가 죽은 경로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66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87168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cdbd-templates/CLAUDE.md 72행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/Users/designer/…/cdbd-design-system/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 컴퓨터에 designer 계정은 없습니다.
죽은 경로가 3종류 섞여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18288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같은 저장소 안에 정본이 2개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2286000"/>
            <a:ext cx="5166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487168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CLAUDE.md (7/24)  ↔  AGENTS.md (7/23)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최신 규칙 3개 섹션이
통째로 빠져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CLAUDE.md 편차가 200배이고, 자기 자산을 가리키지 않습니다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4389120"/>
          <a:ext cx="10634472" cy="17007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2103120"/>
                <a:gridCol w="5788152"/>
              </a:tblGrid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빠져 있는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(25줄)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문서 99개 · 자체 스킬 2종 —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—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9개가 전부 깨짐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 (601줄)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과밀 — 이미 정본 문서 역할을 겸함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5개 CLAUDE.md 중 자기 저장소의 스킬을 소개하는 곳은 0개입니다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핵심 발상은 하나입니다 — 문서를 더 잘 쓰는 게 아니라, 기능을 “스킬”로 등록하는 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“스킬”이어야 하나요?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5166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617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 (지금 방식)</a:t>
            </a:r>
          </a:p>
          <a:p>
            <a:pPr>
              <a:lnSpc>
                <a:spcPct val="155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대화를 시작할 때 보이지 않습니다.
누군가 “이 문서 읽어봐”라고 말해줘야
비로소 열립니다.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위치를 외우고 있어야 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920240"/>
            <a:ext cx="5166360" cy="237744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194560"/>
            <a:ext cx="4617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스킬 (제안 방식)</a:t>
            </a:r>
          </a:p>
          <a:p>
            <a:pPr>
              <a:lnSpc>
                <a:spcPct val="155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대화 시작 시 항상 목록으로 봅니다.
“룩북 시안 만들어줘”라고 말하면
스스로 해당 스킬을 찾아 실행합니다.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팀원은 하고 싶은 말만 하면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스킬은 이렇게 얇게 만듭니다 — 내용을 베끼지 않고 정본 문서를 가리키기만 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029200"/>
            <a:ext cx="10634472" cy="10058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19379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description: 룩북 시안 8P 제작. TRIGGER — “룩북 시안 만들어줘”, “OO 브랜드 시안 뽑아줘”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→ 먼저 [[룩북/1. 제작 프로세스/1-2. 시안.md]] 전문을 읽는다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경량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구조를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04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CLAUDE.md를 라우팅 표로 통일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67712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동일 골격 100~150줄.
“이렇게 말하면 → 이걸 실행 → 정본 문서는 여기”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18688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36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핵심 기능 20개만 스킬로 승격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200400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가장 자주 쓰는 것부터. 얇은 SKILL.md가
정본 문서를 가리키기만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51376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61104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69663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blog-thumbnail 스킬을 git으로 이관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33088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개인 PC에 있는 것을 저장소로 옮겨
팀 전체가 같은 결과를 얻게 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084064"/>
            <a:ext cx="502920" cy="5029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9379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102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경로·죽은 링크 일괄 수정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65776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절대경로 3종, 깨진 위키링크 60여 건,
브랜드 색 정본 확정.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35040"/>
            <a:ext cx="5166360" cy="384048"/>
          </a:xfrm>
          <a:prstGeom prst="rect">
            <a:avLst/>
          </a:prstGeom>
          <a:solidFill>
            <a:srgbClr val="ECF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빠릅니다. 되돌리기 쉽고 위험이 낮습니다.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6035040"/>
            <a:ext cx="5166360" cy="384048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중복 정의가 남아 다시 어긋날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A를 포함하고, 여기에 “같은 내용이 두 곳에 존재하지 않는 구조”를 더합니다.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04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 저장소 신설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67712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 · 문서 규칙 · 공통 스킬만 담습니다.
각 저장소에 _core/ 폴더로 자동 삽입됩니다.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18688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2841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36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기능 82개 전부 스킬화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3200400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일부가 아니라 전부. 저장소별 발견율을
100%로 맞춥니다.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51376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61104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69663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 형식 표준 통일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33088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makevu-qrstp가 이미 모범입니다(메타데이터 98%).
그 방식을 전 저장소로 확산합니다.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084064"/>
            <a:ext cx="502920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93792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102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자동 검증 스크립트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65776"/>
            <a:ext cx="6126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깨진 링크 · 실종된 문서 · 어긋난 브랜드 값을
주기적으로 자동 점검합니다.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035040"/>
            <a:ext cx="5166360" cy="384048"/>
          </a:xfrm>
          <a:prstGeom prst="rect">
            <a:avLst/>
          </a:prstGeom>
          <a:solidFill>
            <a:srgbClr val="ECF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않습니다. 6개월 뒤에도 유지됩니다.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6035040"/>
            <a:ext cx="5166360" cy="384048"/>
          </a:xfrm>
          <a:prstGeom prst="rect">
            <a:avLst/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6117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합의가 필요합니다.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볼트 6개를 하나로 합치는 방식은 제외했습니다 — 고객 자료 저장소를 분리해야 하기 때문입니다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2103120"/>
                <a:gridCol w="2194560"/>
                <a:gridCol w="2404872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27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 / 82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문서가 늘어도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합의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3212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A를 먼저 1개 저장소에 시범 적용해 효과를 확인한 뒤,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3268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480560"/>
                <a:gridCol w="3840480"/>
                <a:gridCol w="1673352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즉시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즉시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높음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 → design-system 경로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 간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높음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문서 표 경로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무용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보통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· 유령 볼트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탐색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보통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단독 파일이라 볼트 검색에서 제외돼,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검증”이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263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