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10개 · 마크다운 문서 450여 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96개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 – 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7가지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 – 18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 2가지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가볍게 시작하는 안 / 근본적으로 고치는 안 + 구조도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 – 24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두 방식 비교와,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25 – 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27장 · 20~25분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실제로는 10개였습니다. (4개는 아무도 모르고 있던 것)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4198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git-sync-mustard73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옛 단일 볼트 잔재 (private)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4개는 아무도 안 쓰는 저장소입니다. Mintlify 3개는 문서 사이트를 만들려다 중단한 흔적(커밋 1개·CdBd 내용 0줄·2개는 완전 중복본), 맨 아래는 옛 볼트 잔재입니다.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Mintlify 3개는 GitHub에만 있고 우리 컴퓨터에 clone되어 있지 않습니다 · git-sync-mustard73은 이 컴퓨터 바탕화면에 남아 있습니다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3337560" cy="224028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450여 권의 문서가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74519"/>
            <a:ext cx="3337560" cy="224028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작업엔 이 문서를 봐라”는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874519"/>
            <a:ext cx="3337560" cy="224028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방끼리 문이 잠겨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각자 베꼈고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안내판을 달아도 부족합니다 — 사람과 Claude가 문서를 읽는 방식이 다르기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5120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눌러서 열어봅니다.  ✓ 링크가 연결됨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148072" cy="123444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그냥 글자로 읽고 지나갑니다.  ✗ 연결 안 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“위키링크는 Claude에게 클릭이 아닙니다” — 팀이 이미 작성해 둔 「CdBd 에디터 문서 구축 계획」에 있던 문장입니다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②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⑥ 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첫날 안내문이 저장소마다 딴판입니다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그 폴더를 열자마자 자동으로 읽는 유일한 파일입니다. 신입에게 첫날 건네는 안내문이라고 보시면 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31720"/>
          <a:ext cx="10634472" cy="25237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1645920"/>
                <a:gridCol w="1645920"/>
                <a:gridCol w="4599432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분량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종이로 치면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반 장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99개 문서 얘기가 한 줄도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2장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26개 중 썸네일 관련만 다룸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3.8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2장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참조 이벤트 57건 · 소개서 · 홈페이지 언급 0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16장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속 문서 주소 9개가 전부 틀림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131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60장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너무 길어 핵심이 묻힘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846320"/>
            <a:ext cx="10634472" cy="12344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029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한쪽은 아무것도 안 알려주고, 한쪽은 60장을 읽히려 합니다. 둘 다 안 됩니다.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그리고 5개 저장소의 안내문 중, 자기 저장소가 가진 스킬을 소개하는 곳은 단 한 곳도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방끼리 막혀 정보가 갈라집니다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볼트를 6개로 일부러 나눴습니다. 사람에겐 괜찮지만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1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5120640" cy="123444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514600"/>
            <a:ext cx="5148072" cy="123444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눈으로 뽑은 값 · 14곳에서 사용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없어 화면을 캡처해 색을 직접 뽑았습니다. 2개월간 아무도 몰랐습니다.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2 — 안 여는 볼트는 몇 달씩 낡습니다 (오늘 제가 직접 당한 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645152"/>
            <a:ext cx="10634472" cy="13716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28032"/>
            <a:ext cx="100584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볼트가 GitHub보다 232커밋(45일) 뒤처져 있었습니다.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6/24 이후 안 열었더니 계속 낡았습니다.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그래서 제 보고서 3곳이 틀렸습니다.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사람도 Claude도 낡은 정보로 판단하게 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베껴 갔고, 둘 다 원본 번호가 틀려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정답이 두 개이고, 주소는 죽어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규칙집이 두 권인데 표지가 똑같습니다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21408"/>
            <a:ext cx="2487168" cy="17373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· 7/24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21408"/>
            <a:ext cx="2487168" cy="17373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· 7/23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보정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사규집이 두 권인데 한 권은 하루 전 버전이고,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표지에 그 표시가 없습니다.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AGENTS.md를 집어든 Claude는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최신 규칙 3개를 모른 채 작업합니다.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design-service에도 같은 구조가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7556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저장소를 잇는 유일한 다리는 죽은 주소입니다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21408"/>
            <a:ext cx="5148072" cy="114300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67712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2374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/Users/designer/…/cdbd-design-system/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62072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이 컴퓨터에 designer 라는 사용자는 없습니다.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401568"/>
            <a:ext cx="51480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 갔는데 지점 주소록을 안 고친 상태입니다.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찾아가면 “그런 폴더 없음”이 뜨고 그냥 포기합니다.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526280"/>
            <a:ext cx="514807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690872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복사본 폴더도 있는데, 기계 치환 과정에서 claude.ai/design 이 Codex.ai/design 으로 오염됐습니다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도구와 열쇠가 개인 컴퓨터에만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아래를 3벌 이상 손으로 맞춰야 하고, 한 대라도 빠지면 그 컴퓨터에서만 조용히 실패합니다.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76272"/>
          <a:ext cx="10634472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3291840"/>
                <a:gridCol w="1645920"/>
                <a:gridCol w="1490472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컴퓨터에 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git에 있나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스킬 (브라우저 자동화)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~/.claude/skills/gstack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 GB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 (ID/PW)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(개인)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37033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권한 설정 파일에 남의 컴퓨터 경로가 박혀 있습니다 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/Users/leesunho/…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마케팅 폴더를 재편했더니 저장소 밖 blog-thumbnail 스킬의 참조 6개가 </a:t>
            </a: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100% 깨졌습니다</a:t>
            </a: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— 문서를 개선할수록 밖의 스킬은 망가집니다.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7548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그런데 온보딩 문서에는 이 절차가 하나도 없습니다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120640"/>
            <a:ext cx="10634472" cy="10058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266944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SSH 키·git·옵시디언까지만 안내합니다. 새 팀원은 문서대로 다 따라 해도 Claude로 일할 준비가 되지 않습니다.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검증: ~/.claude/skills · ~/.config/cdbd 실제 내용 확인 + settings.json 하드코딩 경로 추출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5가지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34471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첫날 안내문이 저장소마다 딴판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 ~ 131 KB (200배 차이)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색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정답이 2개이고 주소는 죽음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 · 죽은 경로 3종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(3대 수동)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961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5개 중 3개는 하루 이틀이면 고칩니다. 진짜 어려운 건 ③ 하나입니다.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그리고 ③을 건드리느냐 마느냐가, 다음에 말씀드릴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가지 방식을 제안합니다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434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 전에 — 왜 “문서를 더 잘 쓰기”가 답이 아닌지 먼저 보시겠습니다.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84831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1579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974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35608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7706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478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6301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6210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3982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5608" y="44805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4714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   모르면 시작조차 못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37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84831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7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1579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26974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2007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7706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794760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   누가 시켜도 같은 절차로 진행됩니다.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617720"/>
            <a:ext cx="5148072" cy="14630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77316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6692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이렇게 짧습니다. 내용을 베끼지 않고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문서를 읽어라”라고 가리키기만 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가볍게 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 — “안내판 달기”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구조는 그대로 두고, 각 저장소가 스스로를 설명하게 만듭니다.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6272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76856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219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21284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안내문(CLAUDE.md)을 라우팅 표로 통일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94560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 저장소 같은 형식 100~150줄. “이렇게 말하면 → 이걸 실행 → 정본 문서는 여기”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44951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990087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98094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자주 쓰는 기능 20개만 스킬로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962656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전부 말고 자주 쓰는 것부터. QR 이벤트 제작, 룩북 시안, 카드뉴스 등.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12463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13048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581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74903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도구·스킬을 저장소로 옮기고 열쇠 안내 추가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30751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gstack·blog-thumbnail을 git에. 로그인 정보는 .env.example로 안내. CdBd 전용 플러그인 마켓플레이스도 선택지.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480560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581144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5262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51713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ONBOARDING.md에 Claude 셋업 챕터 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498848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설치 → MCP 연결 → 도구 설치 → 로그인 정보 → 어느 폴더에서 켜는지.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248656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49240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29437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528523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깨진 주소·링크·중복 규칙집 정리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266944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죽은 경로 3종, 깨진 링크 60여 건, AGENTS.md 정리, 브랜드 색 정본 확정.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6053328"/>
            <a:ext cx="106344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6181344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7개 → 약 30개 · 조건 1·3 대부분 해결    </a:t>
            </a: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장점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빠름    </a:t>
            </a:r>
            <a:r>
              <a:rPr sz="12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한계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②(정보 갈라짐)가 그대로 남음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근본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B — “정본 하나 + 자동 감시”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방식 A를 포함하고, 여기에 “같은 내용이 두 곳에 존재할 수 없는 구조”를 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예시 — 브랜드 색이 갈라진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60320"/>
            <a:ext cx="5120640" cy="960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디자인시스템 #3DF69B  ·  마케팅 #4DE98B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각자 자기 문서에 적어둠 → 갈라짐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611880"/>
            <a:ext cx="5120640" cy="1143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 모두 _core/브랜드 토큰.md 하나만 봄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값을 고치면 양쪽에 동시 반영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애초에 두 값이 존재할 수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구조 — 공통 정본을 각 저장소에 꽂아 넣습니다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560320"/>
            <a:ext cx="5148072" cy="21945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24912"/>
            <a:ext cx="47091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← 공통 정본 (자동 연결)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브랜드 토큰.md    #3DF69B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└─ 공통 스킬/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846320"/>
            <a:ext cx="51480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_core 폴더가 각 볼트 안에 실제로 들어가므로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옵시디언 링크도 되고 Claude도 읽습니다.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834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A의 5가지를 전부 포함하고, 여기에</a:t>
            </a:r>
          </a:p>
          <a:p>
            <a:pPr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기능 96개 전부 스킬화 (일부 아닌 전부)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환경 셋업 자동화 + 전용 플러그인 마켓플레이스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깨진 링크·어긋난 값 자동 점검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440680"/>
            <a:ext cx="5148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7개 → 96개 전부 · 조건 1·2·3 모두 해결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장점  재발하지 않음 · 6개월 뒤에도 유지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한계  초기 작업량이 크고 팀 합의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저장소 6개를 하나로 합치는 방식은 제외했습니다 — 고객 자료 저장소는 분리해서 관리해야 하기 때문입니다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cdbd-core를 만들면 파일이 이렇게 배치됩니다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 1개를 만들고, 그 안의 내용을 5개 저장소 각각에 “_core” 폴더로 자동 연결합니다.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148840"/>
            <a:ext cx="4233672" cy="13716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28600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606040"/>
            <a:ext cx="4233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스킬 · 환경 셋업 스크립트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520440"/>
            <a:ext cx="41148" cy="3840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99915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9618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각 볼트 안에 실제 폴더로 들어갑니다. 그래서 옵시디언 위키링크도 되고 Claude도 읽습니다 — “볼트끼리 링크 불가” 제약을 우회합니다.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 폴더는 이렇게 바뀝니다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190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— cdbd-templates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84831"/>
            <a:ext cx="5120640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40280"/>
            <a:ext cx="4709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CLAUDE.md          131 KB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AGENTS.md          94 KB  (구버전)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.agents/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.codex/ 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├─ .claude/skills/    스킬 5개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├─ 1-3. 색상 팔레트.md   ← 여기 복사본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└─ 1-4. 폰트.md          ← 여기 복사본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규칙집 2권 + 깨진 복사본 2개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팔레트·폰트를 다른 저장소가 각자 또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19072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84831"/>
            <a:ext cx="5148072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40280"/>
            <a:ext cx="4736592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 ← 공통 정본 (자동 연결)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브랜드 토큰.md      #3DF69B 단 하나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색상 팔레트.md      70색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폰트.md            44종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└─ setup.sh           환경 한 번에 설치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          150줄 (라우팅 표만)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.claude/skills/    스킬 17개 (전부 등록)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     이 저장소 고유 문서만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257800"/>
            <a:ext cx="5148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규칙집 1권 · 복사본 0개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팔레트·폰트는 _core 하나만 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94360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0533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색을 바꿔야 하면 _core의 파일 하나만 고칩니다. 5개 저장소에 동시에 반영됩니다.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A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B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스크립트 한 줄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권장: 방식 A를 저장소 1개에 먼저 시범 적용해 효과를 확인한 뒤, 방식 B로 확장하는 순서입니다.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6가지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867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 공개 설정 점검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자료가 인터넷에 공개돼 있음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무조건 실패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· 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3개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