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9개 · 문서 465개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82개입니다.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GitHub 계정을 조회해보니 실제로는 9개였습니다.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383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45일 방치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3개는 문서 사이트를 만들려다 중단한 흔적입니다. 커밋 1개, CdBd 내용 0줄, 그중 2개는 완전히 동일한 중복본 — 쓸 수 있는 기능이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3개는 GitHub에만 있고 우리 컴퓨터에는 clone되어 있지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 · 긴급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조사 중 발견한 것 — 공개 설정이 뒤집혀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GitHub 저장소에는 설정이 두 가지입니다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5120640" cy="65836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317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주소만 알면 누구나,
로그인 없이 전부 열람·다운로드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44368"/>
            <a:ext cx="5120640" cy="658368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081528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Private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초대받은 계정만 열람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문서에는 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“고객 자료라 비공개”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라고 적혀 있지만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설정은  </a:t>
            </a: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</a:t>
            </a:r>
          </a:p>
          <a:p>
            <a:pPr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 “비공개로 한다”고 쓰는 것과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GitHub 설정을 바꾸는 것은 별개 작업입니다.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의도만 적히고 설정은 그대로 남은 것으로 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78308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로그인 없이 열어봤습니다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148072" cy="5669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github.com/CdBd-in/cdbd-design-service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23744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→ HTTP 200  (열림)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880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파일 이름에 고객사명이 그대로 있습니다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18688"/>
            <a:ext cx="5148072" cy="148132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64992"/>
            <a:ext cx="4800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강현이/2026-07-01 신세계 와인앤모어.md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강현이/2026-08-03 이비엠.md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룩북/작업 기록/산드로 CdBd 등록.md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…2026-06-26 대아청과 초안 Figma 18P 빌드 완료.md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0060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본문 기준: PRENDANG 11개 · 대아청과 8개 · 산드로 2개 문서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440680"/>
            <a:ext cx="10634472" cy="7772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반대로, 정말 팀에 공유돼야 할 cdbd-design-system은 private로 잠겨 있습니다.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즉 공개해야 할 것은 잠겨 있고, 잠가야 할 것은 열려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 방법: 로그인하지 않은 상태에서 GitHub API 및 웹 주소로 접근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82개,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206546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6/17  ·  35%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0/12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82개 중 7개 (8.5%)  ·  나머지 75개는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37560" cy="324612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465권의 책(문서)이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 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밀도가 매우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3337560" cy="32461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작업을 하려면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몇 번 서가로 가라”는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65960"/>
            <a:ext cx="3337560" cy="3246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방이 6개로 나뉘어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문이 잠겨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 방이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따로 베껴 뒀고,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4472" cy="7772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6327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책이 부족한 게 아닙니다. 안내판이 없고, 방끼리 막혀 있는 게 문제입니다.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문서를 잘 써도 소용이 없을까요?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사람과 Claude가 문서를 읽는 방식이 다르기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5120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눌러서 열어봅니다.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궁금하면 알아서 따라 들어갑니다.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링크가 연결 역할을 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4028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그냥 글자로 읽고 지나갑니다.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문서가 있구나” 하고 끝입니다.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링크가 연결되지 않습니다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00600"/>
            <a:ext cx="10634472" cy="1417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983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이런 일이 생깁니다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문서에 “색상은 [[1-3. 색상 팔레트]] 참고”라고 아무리 정성껏 써놔도, Claude는 그 문서를 열지 않은 채 작업을 시작합니다.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표현은 팀이 이미 작성해 둔 「CdBd 에디터 문서 구축 계획」에 “위키링크는 Claude에게 클릭이 아닙니다”로 적혀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방과 방 사이가 막혀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우리는 볼트를 6개로 일부러 나눴습니다. 사람에겐 괜찮지만,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실제로 벌어진 일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70048"/>
            <a:ext cx="5120640" cy="173736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670048"/>
            <a:ext cx="5148072" cy="173736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보고 눈으로 뽑은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아무도 몰랐을까요?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없었습니다. 그래서 화면을 캡처해서 색을 직접 뽑아 썼습니다.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저장소가 서로를 참조한 기록이 0건이라, 2개월 넘게 아무도 이 차이를 발견하지 못했습니다.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지금도 잘못된 색이 마케팅 산출물에 쓰이고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따로 베껴 갔고, 둘 다 원본 번호가 틀려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이사 간 주소가 그대로 적혀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저장소끼리 막혀 있어도, 딱 한 군데 “저쪽 문서는 여기 있어요”라고 주소를 적어둔 곳이 있었습니다.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0634472" cy="12344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참조 디자인 시스템: /Users/designer/Documents/GitHub/design/cdbd-design-system/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 이 컴퓨터에 designer 라는 사용자는 없습니다. 실제 사용자는 mustard 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쉽게 말하면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이사를 갔는데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지점 주소록을 안 고친 상태입니다.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 주소로 찾아가면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폴더 없음”이 뜨고,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그냥 포기하고 넘어갑니다.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03320"/>
            <a:ext cx="514807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91363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297680"/>
            <a:ext cx="4617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5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44068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예전 담당자 컴퓨터의 흔적이 그대로 남았습니다.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규칙집이 두 권인데, 표지가 똑같습니다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같은 저장소 안에 거의 같은 내용의 규칙 문서가 2개 있습니다. 어느 게 최신인지 아무 데도 안 적혀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19659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 ·  7월 24일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투명도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48072" cy="19659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 ·  7월 23일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투명도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480560"/>
            <a:ext cx="106344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681728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사규집이 두 권 있는데, 한 권은 하루 전 버전이고 표지에 그 표시가 없습니다.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AGENTS.md에는 7월 24일에 추가된 최신 규칙 3개가 통째로 빠져 있습니다.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AGENTS.md를 먼저 집어든 Claude는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“프리셋 원본을 건드리지 마라”는 규칙을 모른 채 작업합니다.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design-service 저장소에도 똑같은 구조가 있습니다 (34.9KB ↔ 9.2KB).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라는 복사본 폴더도 있는데, 기계 치환 과정에서 claude.ai/design 이 Codex.ai/design 으로 오염됐습니다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12개 중 썸네일 1개만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1284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13432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2311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94560"/>
            <a:ext cx="5806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“이렇게 말하면 → 이걸 실행 → 정본 문서는 여기”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906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912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1089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3072384"/>
            <a:ext cx="5806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제작, 룩북 시안, 카드뉴스 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6849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6908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86783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개인 PC의 스킬을 저장소로 옮기기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950208"/>
            <a:ext cx="5806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blog-thumbnail을 git에 올려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 누구 컴퓨터에서든 동작하게 만듭니다.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84632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4690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864607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 일괄 수정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828032"/>
            <a:ext cx="5806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절대경로 3종, 깨진 위키링크 60여 건,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색 정본 확정.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806440"/>
            <a:ext cx="1063447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94360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아는 기능 7개 → 약 27개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빠르고 되돌리기 쉬움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중복이 남아 다시 어긋날 수 있음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2920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여기에 더해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82개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문서 형식 표준 통일 (makevu가 이미 모범)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 스크립트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86400"/>
            <a:ext cx="51480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82개 전부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31920"/>
                <a:gridCol w="2103120"/>
                <a:gridCol w="2194560"/>
                <a:gridCol w="2404872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27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합의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53212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6875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520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480560"/>
                <a:gridCol w="3840480"/>
                <a:gridCol w="1673352"/>
              </a:tblGrid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