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선택지 A~D · 추천안 · 적용하면 파일이 어떻게 바뀌나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vs 추천안,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 – 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22장 · 15~20분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120640" cy="21945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51760"/>
            <a:ext cx="4617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5148072" cy="21945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517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846320"/>
          <a:ext cx="10634471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1148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173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76272"/>
          <a:ext cx="10634472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설정에 남의 컴퓨터 경로가 박혀 있습니다 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→ 다른 컴퓨터에선 매번 승인 팝업, 무인 실행은 멈춤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 저장소 밖 blog-thumbnail 스킬의 참조 6개가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온보딩 문서에는 이 절차가 하나도 없습니다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257800"/>
            <a:ext cx="10634472" cy="10058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404104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 · ~/.config/cdbd 실제 내용 확인 + settings.json 하드코딩 경로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선택지 네 가지와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 추천을 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무엇이 있나   →   무엇을 고를까   →   파일이 어떻게 바뀌나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모든 안의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뒤에 나올 모든 안에 공통으로 해당합니다. 차이는 “몇 개를 만드느냐”와 “어디에 두느냐”뿐입니다.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618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짧습니다 — 내용을 베끼지 않고 정본 문서를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선택지는 네 가지입니다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먼저 각각이 무엇인지만 보시겠습니다. 추천은 다음 장에서 말씀드립니다.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안내판 달기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 그대로 두고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각 저장소가 스스로를 설명하게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CLAUDE.md를 라우팅 표로 통일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자주 쓰는 기능 20개 스킬 등록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깨진 주소·링크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② 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3864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8456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104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정본 만들기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5032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토큰·문서 규칙을 담은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저장소를 신설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5032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각 볼트에 _core/ 폴더로 꽂음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값 하나 고치면 5곳 반영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사람도 옵시디언에서 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5032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5032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0488" y="2194560"/>
            <a:ext cx="2487168" cy="352044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79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7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저장소 합치기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5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2개로 통합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(공개 1 + 고객 자료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5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정본이 1개가 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볼트 간 링크가 전부 작동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B의 대안 — 같이 쓰진 않음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91655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1655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1655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③ 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97111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97111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61703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1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플러그인으로 배포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 전용 플러그인 저장소를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만들어 스킬을 볼트 밖에서 전달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어느 폴더에서 켜도 보임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MCP 설정까지 한 번에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팀원은 1회 설치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98280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0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9788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600760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A는 어느 길로 가든 해야 하는 기본 정리 ·  B와 C는 “정본을 어떻게 하나”의 두 대안(택일) ·  D는 “어떻게 전달하나”라 따로 더할 수 있음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추천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저는 A + B + D 를 추천합니다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정리(A) 위에, 정본은 _core로 묶고(B), 전달은 플러그인으로(D). C는 보류합니다.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2743200" cy="114300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안내판·스킬·링크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정본 단일화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+ _core/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밖 배포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cdbd-plugin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148840"/>
            <a:ext cx="1444752" cy="1143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239572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2633472"/>
            <a:ext cx="14447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①②③④⑤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944368"/>
            <a:ext cx="1444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전부 해결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왜 하나만으로는 안 되나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77240" y="3840480"/>
          <a:ext cx="10634472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6949440"/>
                <a:gridCol w="2587752"/>
              </a:tblGrid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단독으로 쓰면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그래서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③(정보 갈라짐)이 그대로 → 6개월 뒤 또 갈라짐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바깥에서 켜면 여전히 0개 · 3대에 수동 설치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③④ 미해결 · 스킬이 볼트 밖이라 또 갈라질 위험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77240" y="5504688"/>
            <a:ext cx="10634472" cy="86868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62356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C안(저장소 합치기)을 보류한 이유 — 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730MB+ · 고객 자료 권한 분리 약화 ·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2026-05에 정확히 반대로 결정한 사안인데 “왜 나눴는지”가 기록에 없습니다.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이유를 모른 채 되돌리면 그때 문제가 재발할 수 있어, 근거가 확인되기 전까지는 B로 갑니다.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적용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추천안을 적용하면 — ① 전체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적용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추천안을 적용하면 — ② 실제 폴더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권장안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 했을 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추천안 A+B+D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플러그인 설치 1회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 순서: A를 저장소 1개에 먼저 적용해 효과를 확인한 뒤, B(_core)와 D(플러그인)로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