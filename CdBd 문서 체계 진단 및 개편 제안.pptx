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 – 24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 – 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27장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최신 데이터로 다시 확인했는데 — 마케팅 저장소에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#3DF69B는 0건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#4DE98B가 14곳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에서 정본으로 쓰이고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일부 문서만 낡은 게 아니라,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 전체가 잘못된 색을 정답으로 삼고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보충 — 안 여는 볼트는 몇 달씩 낡습니다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이건 오늘 조사하다가 제가 직접 당한 일입니다. 그리고 제 보고서 일부를 틀리게 만들었습니다.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10634472" cy="13258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볼트는 GitHub보다 232커밋 뒤처져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로컬 마지막 작업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2026-06-25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↔   실제 최신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2026-08-05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=  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45일 격차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이 볼트를 6/24 이후 안 열었더니 계속 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 결과 제 보고서에서 이 3가지가 틀렸습니다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160520"/>
          <a:ext cx="10634472" cy="1609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6062472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제가 보고드렸던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(최신 데이터)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cdbd-marketing은 45일째 방치돼 있다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활발히 작업 중 — 4일 전에도 커밋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저장소에는 스킬이 0개다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impeccable 스킬이 있음 (단 CdBd 고유 스킬은 여전히 0개)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컨텍스트 파일명 20개가 전부 규칙 위반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대부분 이미 고쳐짐 — 실제 위반은 1건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77240" y="5888736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601675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팀원이 안 여는 볼트는 조용히 낡습니다. 사람도 Claude도 낡은 정보로 판단하게 됩니다 — 제가 방금 그랬듯이.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26개 중 썸네일 관련만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 4가지를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재편했더니, 저장소 밖에 있던 blog-thumbnail 스킬의 참조 6개가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 (3대 수동 동기화)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