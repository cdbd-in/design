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말씀드릴 건 세 가지입니다.</a:t>
            </a:r>
          </a:p>
          <a:p>
            <a:r>
              <a:t>첫째, 우리 문서가 지금 어떤 상태인지.</a:t>
            </a:r>
          </a:p>
          <a:p>
            <a:r>
              <a:t>둘째, 왜 Claude가 우리 기능을 못 찾는지.</a:t>
            </a:r>
          </a:p>
          <a:p>
            <a:r>
              <a:t>셋째, 어떻게 고칠 수 있는지 — 두 가지 방식으로 제안드립니다.</a:t>
            </a:r>
          </a:p>
          <a:p/>
          <a:p>
            <a:r>
              <a:t>조사는 GitHub 계정에 있는 저장소 9개 전부, 마크다운 문서 465개를 전수로 읽어서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여기가 오늘의 결론입니다.</a:t>
            </a:r>
          </a:p>
          <a:p/>
          <a:p>
            <a:r>
              <a:t>우리가 Claude에게 시킬 수 있는 작업을 세어보니 82개였습니다. 룩북 시안 제작, QR 이벤트 제작, 블로그 썸네일, 카드뉴스... 이런 것들이요.</a:t>
            </a:r>
          </a:p>
          <a:p/>
          <a:p>
            <a:r>
              <a:t>그런데 Claude가 '아, 이런 걸 할 수 있구나' 하고 스스로 아는 건 7개뿐입니다.</a:t>
            </a:r>
          </a:p>
          <a:p>
            <a:r>
              <a:t>나머지 75개는 우리가 매번 '이 문서 읽어봐'라고 알려줘야 합니다.</a:t>
            </a:r>
          </a:p>
          <a:p/>
          <a:p>
            <a:r>
              <a:t>중요한 건 문서를 못 써서가 아니라는 겁니다. 문서는 정말 잘 쓰여 있습니다. 문제는 '연결'입니다.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우리가 뭘 갖고 있는지부터 정리했습니다.</a:t>
            </a:r>
          </a:p>
          <a:p/>
          <a:p>
            <a:r>
              <a:t>온보딩 문서에는 저장소가 6개라고 되어 있는데, GitHub 계정을 직접 조회해보니 9개였습니다.</a:t>
            </a:r>
          </a:p>
          <a:p/>
          <a:p>
            <a:r>
              <a:t>추가로 나온 3개(documentation, mintlify-docs, docs)는 열어보니 Mintlify라는 문서 사이트 서비스의 기본 템플릿을 그대로 받아놓은 것이었습니다. 커밋이 'Initial commit' 하나뿐이고, CdBd 관련 내용은 한 줄도 없습니다. docs와 mintlify-docs는 파일까지 똑같은 완전 중복본입니다.</a:t>
            </a:r>
          </a:p>
          <a:p/>
          <a:p>
            <a:r>
              <a:t>→ 정리하면 좋겠습니다. 지금은 '이게 뭐지?' 하고 헷갈리게 만드는 역할만 합니다.</a:t>
            </a:r>
          </a:p>
          <a:p/>
          <a:p>
            <a:r>
              <a:t>그리고 용량을 봐주세요. marketing이 517MB입니다. 임시 캡처 이미지가 그대로 커밋된 결과입니다.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이건 문서 체계 얘기는 아니지만, 조사하다 발견해서 꼭 말씀드려야 할 것 같습니다.</a:t>
            </a:r>
          </a:p>
          <a:p/>
          <a:p>
            <a:r>
              <a:t>GitHub 저장소는 Public이냐 Private이냐 두 가지 설정이 있습니다. Public이면 주소만 알면 누구나, 로그인도 안 하고 전부 볼 수 있고 다운로드도 됩니다.</a:t>
            </a:r>
          </a:p>
          <a:p/>
          <a:p>
            <a:r>
              <a:t>우리 ONBOARDING 문서에는 'cdbd-design-service는 고객 대행 작업이라 비공개'라고 적혀 있습니다. 그런데 실제 설정은 Public입니다.</a:t>
            </a:r>
          </a:p>
          <a:p/>
          <a:p>
            <a:r>
              <a:t>왜 이렇게 됐냐면 — 문서에 '비공개로 한다'고 쓰는 것과, GitHub 웹사이트에 들어가서 설정을 Private으로 바꾸는 건 완전히 별개 작업이기 때문입니다. 의도는 적었는데 실제 설정은 안 바꾼 것으로 보입니다.</a:t>
            </a:r>
          </a:p>
          <a:p/>
          <a:p>
            <a:r>
              <a:t>제가 로그인을 안 한 상태로 접근해봤더니 실제로 열렸습니다.</a:t>
            </a:r>
          </a:p>
          <a:p/>
          <a:p>
            <a:r>
              <a:t>그리고 더 문제인 건, 파일 이름 자체에 고객사 이름이 들어 있다는 겁니다. 신세계 와인앤모어, 이비엠, 산드로, 대아청과, PRENDANG. 파일 이름은 GitHub 검색에도 잡히고 검색엔진에도 노출될 수 있습니다.</a:t>
            </a:r>
          </a:p>
          <a:p/>
          <a:p>
            <a:r>
              <a:t>반대로 디자인 시스템 저장소는 private으로 잠겨 있습니다. 공개할 건 잠겨 있고, 잠글 건 열려 있는 상태입니다.</a:t>
            </a:r>
          </a:p>
          <a:p/>
          <a:p>
            <a:r>
              <a:t>→ 이건 오늘 논의와 별개로 오늘 바로 확인 부탁드립니다.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저장소별로 세어봤습니다.</a:t>
            </a:r>
          </a:p>
          <a:p/>
          <a:p>
            <a:r>
              <a:t>templates는 35%로 그나마 낫습니다. 스킬이라는 걸 6개 만들어놨기 때문입니다.</a:t>
            </a:r>
          </a:p>
          <a:p>
            <a:r>
              <a:t>design-system은 12%.</a:t>
            </a:r>
          </a:p>
          <a:p>
            <a:r>
              <a:t>그리고 marketing, design-service, makevu-qrstp는 0%입니다. 하나도 없습니다.</a:t>
            </a:r>
          </a:p>
          <a:p/>
          <a:p>
            <a:r>
              <a:t>makevu-qrstp를 보면 기능이 20개나 되는데 등록된 건 0개입니다. QR 이벤트 만드는 절차가 372줄짜리로 아주 잘 정리돼 있는데, Claude는 그 문서가 있다는 걸 모릅니다.</a:t>
            </a:r>
          </a:p>
          <a:p/>
          <a:p>
            <a:r>
              <a:t>왜 이런 일이 생기는지, 다음 장부터 설명드리겠습니다.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비유로 설명드리겠습니다. 우리 문서를 도서관이라고 해봅시다.</a:t>
            </a:r>
          </a:p>
          <a:p/>
          <a:p>
            <a:r>
              <a:t>첫째, 책은 훌륭합니다. 465권이 있고 내용도 좋습니다. makevu의 QR 이벤트 제작법은 372줄, design-system의 개발 문서 가이드는 787줄입니다. 정말 꼼꼼하게 쓰여 있습니다.</a:t>
            </a:r>
          </a:p>
          <a:p/>
          <a:p>
            <a:r>
              <a:t>둘째, 그런데 안내판이 없습니다. '룩북 작업을 하려면 3번 서가로 가세요' 같은 표지판이 한 장도 없습니다. 6개 저장소를 다 뒤져봤는데 목차 역할을 하는 파일이 0개였습니다.</a:t>
            </a:r>
          </a:p>
          <a:p/>
          <a:p>
            <a:r>
              <a:t>셋째, 게다가 방이 6개로 나뉘어 있고 서로 문이 잠겨 있습니다. 마케팅 방에서 일하는 사람은 디자인 시스템 방에 뭐가 있는지 볼 수가 없습니다. 그래서 필요한 책을 각자 베껴 갔는데, 베낀 내용이 서로 달라졌습니다. 이건 뒤에서 실제 사례로 보여드리겠습니다.</a:t>
            </a:r>
          </a:p>
          <a:p/>
          <a:p>
            <a:r>
              <a:t>정리하면 — 책을 더 쓸 필요는 없습니다. 안내판을 달고 문을 열어야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이게 오늘 가장 중요한 장입니다.</a:t>
            </a:r>
          </a:p>
          <a:p/>
          <a:p>
            <a:r>
              <a:t>우리는 문서를 쓸 때 위키링크를 많이 씁니다. '색상은 1-3 색상 팔레트 참고' 이런 식으로요.</a:t>
            </a:r>
          </a:p>
          <a:p/>
          <a:p>
            <a:r>
              <a:t>사람은 이걸 보면 궁금하니까 눌러서 열어봅니다. 링크가 실제로 연결 역할을 합니다.</a:t>
            </a:r>
          </a:p>
          <a:p/>
          <a:p>
            <a:r>
              <a:t>그런데 Claude는 다릅니다. Claude에게 그건 그냥 글자입니다. '아 그런 문서가 있구나' 하고 읽고 지나갑니다. 스스로 열지 않습니다.</a:t>
            </a:r>
          </a:p>
          <a:p/>
          <a:p>
            <a:r>
              <a:t>그래서 우리가 아무리 정성껏 '이건 저 문서 참고해'라고 써놔도, Claude는 그 문서를 안 읽은 채로 작업을 시작합니다.</a:t>
            </a:r>
          </a:p>
          <a:p/>
          <a:p>
            <a:r>
              <a:t>여기서 중요한 결론이 나옵니다. 문서를 더 잘 쓰는 걸로는 이 문제가 해결되지 않는다는 겁니다. '읽으라고 시키는 장치'가 따로 필요합니다. 그게 뒤에 나올 '스킬'입니다.</a:t>
            </a:r>
          </a:p>
          <a:p/>
          <a:p>
            <a:r>
              <a:t>참고로 이 표현은 제가 만든 게 아니라, 우리 팀이 이미 작성해둔 문서에 있던 문장입니다.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이제 원인을 하나씩 보겠습니다. 다섯 가지인데, 첫 번째가 가장 큽니다.</a:t>
            </a:r>
          </a:p>
          <a:p/>
          <a:p>
            <a:r>
              <a:t>Claude는 폴더를 열면 거기 있는 CLAUDE.md 파일과 .claude 폴더를 자동으로 읽습니다. 신입사원에게 첫날 건네는 안내문 같은 겁니다.</a:t>
            </a:r>
          </a:p>
          <a:p/>
          <a:p>
            <a:r>
              <a:t>그런데 우리 맨 바깥 design 폴더에는 그 안내문이 아예 없습니다. .claude 폴더는 만들어져 있는데 안이 텅 비어 있습니다.</a:t>
            </a:r>
          </a:p>
          <a:p/>
          <a:p>
            <a:r>
              <a:t>그래서 제가 이번에 맨 바깥에서 조사를 시작했더니, 우리가 만들어둔 스킬 7개랑 에이전트 19개가 하나도 안 보였습니다.</a:t>
            </a:r>
          </a:p>
          <a:p/>
          <a:p>
            <a:r>
              <a:t>그런데 더 심각한 게 있습니다. 지금 유일하게 동작하는 blog-thumbnail 스킬이 저장소가 아니라 이선호님 컴퓨터의 개인 폴더에 들어 있습니다.</a:t>
            </a:r>
          </a:p>
          <a:p/>
          <a:p>
            <a:r>
              <a:t>이게 무슨 뜻이냐면 — git에 없으니까 팀원이 저장소를 받아도 그 스킬은 안 따라옵니다. 이선호님 컴퓨터에서는 '썸네일 만들어줘'가 되는데, 강현이님 컴퓨터에서는 안 됩니다.</a:t>
            </a:r>
          </a:p>
          <a:p/>
          <a:p>
            <a:r>
              <a:t>'팀원 누가 시켜도 같은 결과'라는 우리 목표와 정면으로 충돌하는 지점입니다.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원인입니다.</a:t>
            </a:r>
          </a:p>
          <a:p/>
          <a:p>
            <a:r>
              <a:t>우리는 볼트를 6개로 일부러 나눴습니다. 온보딩 문서에도 '볼트 간 위키링크는 되지 않습니다, 의도된 설계입니다'라고 적혀 있습니다.</a:t>
            </a:r>
          </a:p>
          <a:p/>
          <a:p>
            <a:r>
              <a:t>사람한테는 괜찮습니다. 볼트 전환하면 되니까요. 그런데 Claude한테는 옆방이 아예 존재하지 않는 것과 같습니다.</a:t>
            </a:r>
          </a:p>
          <a:p/>
          <a:p>
            <a:r>
              <a:t>그래서 실제로 이런 일이 벌어졌습니다.</a:t>
            </a:r>
          </a:p>
          <a:p/>
          <a:p>
            <a:r>
              <a:t>우리 브랜드 그린 색이 지금 두 개입니다.</a:t>
            </a:r>
          </a:p>
          <a:p>
            <a:r>
              <a:t>디자인 시스템에는 3DF69B로 정본이 기록돼 있고,</a:t>
            </a:r>
          </a:p>
          <a:p>
            <a:r>
              <a:t>마케팅 저장소에는 4DE98B로 적혀 있습니다.</a:t>
            </a:r>
          </a:p>
          <a:p/>
          <a:p>
            <a:r>
              <a:t>왜 이렇게 됐냐면 — 마케팅 담당자가 디자인 시스템 문서를 볼 수가 없으니까 화면을 캡처해서 스포이드로 색을 뽑아 쓴 겁니다. 실제로 작업 기록에 '컬러 시스템 실측값 추출'이라고 적혀 있습니다.</a:t>
            </a:r>
          </a:p>
          <a:p/>
          <a:p>
            <a:r>
              <a:t>두 저장소가 서로를 참조한 기록이 한 건도 없어서, 두 달 넘게 아무도 몰랐습니다.</a:t>
            </a:r>
          </a:p>
          <a:p>
            <a:r>
              <a:t>지금도 잘못된 색이 블로그 이미지에 쓰이고 있습니다.</a:t>
            </a:r>
          </a:p>
          <a:p/>
          <a:p>
            <a:r>
              <a:t>그리고 이건 색깔 하나 얘기가 아닙니다. design-service랑 makevu도 templates의 팔레트랑 폰트를 각자 베껴 갔는데, 둘 다 원본 문서 번호를 틀리게 적어놨습니다. 원본이 바뀌어도 추적이 안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번째 원인입니다. 조금 사소해 보이지만 중요합니다.</a:t>
            </a:r>
          </a:p>
          <a:p/>
          <a:p>
            <a:r>
              <a:t>저장소끼리 막혀 있다고 했는데, 딱 한 군데 다리를 놓은 곳이 있었습니다. templates 저장소의 CLAUDE.md 72번째 줄에 '디자인 시스템 문서는 여기 있어요' 하고 주소를 적어놨습니다.</a:t>
            </a:r>
          </a:p>
          <a:p/>
          <a:p>
            <a:r>
              <a:t>그런데 그 주소가 /Users/designer/ 로 시작합니다. 이건 예전 담당자 컴퓨터의 폴더 경로입니다. 지금 이 컴퓨터의 사용자는 mustard입니다. designer라는 사용자는 없습니다.</a:t>
            </a:r>
          </a:p>
          <a:p/>
          <a:p>
            <a:r>
              <a:t>쉽게 말하면 본사가 이사를 갔는데 지점 주소록을 안 고친 겁니다. Claude가 그 주소로 찾아가면 '그런 폴더 없습니다'가 뜨고, 그러면 그냥 포기하고 자기가 아는 선에서 작업을 시작합니다.</a:t>
            </a:r>
          </a:p>
          <a:p/>
          <a:p>
            <a:r>
              <a:t>이런 죽은 주소가 세 종류나 섞여 있습니다. designer, leesunho, mustard. 앞의 둘은 이 컴퓨터에 없는 사용자입니다.</a:t>
            </a:r>
          </a:p>
          <a:p/>
          <a:p>
            <a:r>
              <a:t>이건 고치기 쉽습니다. 절대 주소 대신 상대 주소를 쓰면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번째 원인입니다.</a:t>
            </a:r>
          </a:p>
          <a:p/>
          <a:p>
            <a:r>
              <a:t>templates 저장소 안에 규칙 문서가 두 개 있습니다. CLAUDE.md랑 AGENTS.md인데, 내용이 거의 같습니다.</a:t>
            </a:r>
          </a:p>
          <a:p/>
          <a:p>
            <a:r>
              <a:t>쉽게 말하면 사규집이 두 권 있는 겁니다. 그런데 한 권은 하루 전 버전이고, 표지에 '구버전'이라는 표시가 없습니다.</a:t>
            </a:r>
          </a:p>
          <a:p/>
          <a:p>
            <a:r>
              <a:t>구체적으로 CLAUDE.md는 7월 24일자, AGENTS.md는 7월 23일자입니다. 24일에 추가된 규칙 세 개 — 프리셋 원본 건드리지 마라, PNG 알파 크롭 방법, 다크모드 투명도 보정 — 이 세 개가 AGENTS.md에는 통째로 없습니다.</a:t>
            </a:r>
          </a:p>
          <a:p/>
          <a:p>
            <a:r>
              <a:t>그러면 어떻게 되냐면, AGENTS.md를 먼저 읽은 Claude는 '프리셋 원본을 건드리지 마라'는 규칙을 모르는 상태로 작업을 시작합니다.</a:t>
            </a:r>
          </a:p>
          <a:p/>
          <a:p>
            <a:r>
              <a:t>design-service 저장소에도 똑같은 구조가 있습니다.</a:t>
            </a:r>
          </a:p>
          <a:p/>
          <a:p>
            <a:r>
              <a:t>게다가 .agents랑 .codex라는 복사본 폴더도 있는데, 이건 자동으로 단어를 바꿔치기하면서 만든 거라 claude.ai/design 이라는 서비스 이름이 Codex.ai/design 으로 잘못 바뀌어 있습니다. 그런 서비스는 존재하지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다섯 번째 원인입니다.</a:t>
            </a:r>
          </a:p>
          <a:p/>
          <a:p>
            <a:r>
              <a:t>CLAUDE.md라는 파일이 있습니다. Claude가 그 폴더를 열면 자동으로 읽는 유일한 파일입니다. 신입사원에게 첫날 건네는 안내문이라고 생각하시면 됩니다.</a:t>
            </a:r>
          </a:p>
          <a:p/>
          <a:p>
            <a:r>
              <a:t>그런데 이 안내문이 저장소마다 완전히 딴판입니다.</a:t>
            </a:r>
          </a:p>
          <a:p/>
          <a:p>
            <a:r>
              <a:t>디자인 시스템 저장소는 679바이트입니다. A4 반 장 분량이에요. 그 안에 정작 중요한 디자인 시스템 문서 99개 얘기가 한 줄도 없습니다.</a:t>
            </a:r>
          </a:p>
          <a:p/>
          <a:p>
            <a:r>
              <a:t>반대로 templates 저장소는 131KB, A4로 60장입니다. 신입한테 첫날 60장짜리 문서를 읽히는 셈인데, 그러면 핵심이 묻힙니다.</a:t>
            </a:r>
          </a:p>
          <a:p/>
          <a:p>
            <a:r>
              <a:t>design-service는 중간 분량인데, 안내문 안에 적힌 문서 주소 9개가 전부 틀렸습니다. 파일 이름이 바뀌었는데 안내문을 안 고친 겁니다. 그래서 그 표는 통째로 쓸모가 없습니다.</a:t>
            </a:r>
          </a:p>
          <a:p/>
          <a:p>
            <a:r>
              <a:t>그리고 결정적인 게 하나 있습니다. 5개 저장소 안내문 중에 '우리한테는 이런 스킬이 있어요'라고 소개하는 곳이 단 한 곳도 없습니다. 만들어놓고 알려주질 않는 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여기까지가 진단이었습니다. 이제 해결 방안입니다.</a:t>
            </a:r>
          </a:p>
          <a:p/>
          <a:p>
            <a:r>
              <a:t>두 가지 방식을 제안드릴 건데, 그 전에 '그럼 문서를 더 잘 쓰면 되는 거 아니냐'는 질문에 먼저 답하겠습니다.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왜 스킬이어야 하는지 대화로 보여드리겠습니다.</a:t>
            </a:r>
          </a:p>
          <a:p/>
          <a:p>
            <a:r>
              <a:t>왼쪽이 지금입니다. 팀원이 '룩북 시안 만들어줘' 하면 Claude가 '어떤 룩북이요? 문서 좀 알려주세요' 하고 되묻습니다. 그러면 팀원이 '룩북 슬래시 1번 제작 프로세스 슬래시 1-2 시안점md 읽어봐' 하고 경로를 정확히 대줘야 합니다.</a:t>
            </a:r>
          </a:p>
          <a:p/>
          <a:p>
            <a:r>
              <a:t>즉 팀원이 문서 경로를 외우고 있어야 합니다. 모르면 시작을 못 합니다. 신입이 오면 이걸 다 알려줘야 하고요.</a:t>
            </a:r>
          </a:p>
          <a:p/>
          <a:p>
            <a:r>
              <a:t>오른쪽이 제안입니다. 스킬로 등록해두면 '룩북 시안 만들어줘' 한마디에 Claude가 알아서 해당 스킬을 찾고, 거기 적힌 대로 정본 문서를 읽고 시작합니다.</a:t>
            </a:r>
          </a:p>
          <a:p/>
          <a:p>
            <a:r>
              <a:t>중요한 건 스킬 자체는 아주 짧다는 겁니다. 밑에 예시를 보시면 대여섯 줄이에요. 문서 내용을 복사하는 게 아니라 '이 문서 읽어라'라고 가리키기만 합니다. 그래서 정본 문서를 고치면 자동으로 반영됩니다.</a:t>
            </a:r>
          </a:p>
          <a:p/>
          <a:p>
            <a:r>
              <a:t>그리고 가장 중요한 게 description 부분입니다. 여기에 팀원이 실제로 쓰는 말 — '룩북 시안 만들어줘', 'OO 브랜드 시안 뽑아줘' — 이런 한국어 문장을 넣어야 Claude가 알아듣습니다.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번째 방식, '안내판 달기'입니다. 가볍게 시작하는 안입니다.</a:t>
            </a:r>
          </a:p>
          <a:p/>
          <a:p>
            <a:r>
              <a:t>지금 구조는 하나도 안 바꿉니다. 저장소 6개 그대로 두고, 각 저장소가 자기소개를 제대로 하게 만드는 겁니다.</a:t>
            </a:r>
          </a:p>
          <a:p/>
          <a:p>
            <a:r>
              <a:t>첫째, 안내문을 전 저장소 같은 형식으로 통일합니다. 100~150줄 정도로 짧게 하고, 핵심은 '이렇게 말하면 이걸 실행하고, 정본 문서는 여기다' 하는 표입니다.</a:t>
            </a:r>
          </a:p>
          <a:p/>
          <a:p>
            <a:r>
              <a:t>둘째, 기능을 전부 스킬로 만들지는 않고 자주 쓰는 20개만 합니다.</a:t>
            </a:r>
          </a:p>
          <a:p/>
          <a:p>
            <a:r>
              <a:t>셋째, 이선호님 컴퓨터에 있는 blog-thumbnail 스킬을 저장소로 옮깁니다. 이건 하루면 됩니다.</a:t>
            </a:r>
          </a:p>
          <a:p/>
          <a:p>
            <a:r>
              <a:t>넷째, 깨진 주소랑 링크를 한 번에 정리합니다. 브랜드 색도 하나로 확정하고요.</a:t>
            </a:r>
          </a:p>
          <a:p/>
          <a:p>
            <a:r>
              <a:t>이렇게 하면 Claude가 아는 기능이 7개에서 27개 정도로 늘어납니다.</a:t>
            </a:r>
          </a:p>
          <a:p>
            <a:r>
              <a:t>빠르고, 마음에 안 들면 되돌리기도 쉽습니다.</a:t>
            </a:r>
          </a:p>
          <a:p>
            <a:r>
              <a:t>다만 같은 내용이 여러 군데 있는 구조는 그대로라서, 시간이 지나면 또 어긋날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방식, '정본 하나 + 자동 감시'입니다. 근본적으로 해결하는 안입니다.</a:t>
            </a:r>
          </a:p>
          <a:p/>
          <a:p>
            <a:r>
              <a:t>방식 A를 다 포함하고, 여기에 하나를 더 합니다. '같은 내용이 두 곳에 존재할 수 없는 구조'를 만드는 겁니다.</a:t>
            </a:r>
          </a:p>
          <a:p/>
          <a:p>
            <a:r>
              <a:t>왼쪽 예시를 보시면 이해가 빠르실 겁니다.</a:t>
            </a:r>
          </a:p>
          <a:p>
            <a:r>
              <a:t>지금은 디자인시스템에 3DF69B, 마케팅에 4DE98B가 각각 적혀 있어서 갈라졌습니다.</a:t>
            </a:r>
          </a:p>
          <a:p>
            <a:r>
              <a:t>방식 B를 적용하면 두 저장소가 _core라는 공통 폴더의 브랜드 토큰 파일 하나만 봅니다. 값을 고치면 양쪽에 동시에 반영되고, 애초에 두 값이 존재할 수가 없습니다.</a:t>
            </a:r>
          </a:p>
          <a:p/>
          <a:p>
            <a:r>
              <a:t>오른쪽이 구조입니다. cdbd-core라는 저장소를 새로 하나 만들어서 브랜드 토큰, 문서 작성 규칙, 공통 스킬만 넣습니다. 그리고 그걸 각 저장소 안에 _core 폴더로 자동 연결합니다.</a:t>
            </a:r>
          </a:p>
          <a:p/>
          <a:p>
            <a:r>
              <a:t>여기서 중요한 건 _core 폴더가 각 볼트 안에 실제로 물리적으로 들어간다는 겁니다. 그래서 옵시디언에서 링크도 되고 Claude도 읽을 수 있습니다. '볼트끼리 링크가 안 된다'는 제약을 우회하면서도 정본은 하나로 유지됩니다.</a:t>
            </a:r>
          </a:p>
          <a:p/>
          <a:p>
            <a:r>
              <a:t>그 위에 기능 82개를 전부 스킬로 만들고, 문서 형식을 통일하고, 깨진 링크를 자동으로 점검하는 스크립트를 돌립니다.</a:t>
            </a:r>
          </a:p>
          <a:p/>
          <a:p>
            <a:r>
              <a:t>참고로 '저장소 6개를 그냥 하나로 합치면 안 되냐'고 하실 수 있는데, 고객 자료가 있는 design-service는 분리해서 관리해야 해서 제외했습니다.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방식을 비교하면 이렇습니다.</a:t>
            </a:r>
          </a:p>
          <a:p/>
          <a:p>
            <a:r>
              <a:t>가장 중요한 첫 줄을 봐주세요. 지금은 Claude가 82개 중 7개를 압니다. 방식 A면 27개, 방식 B면 82개 전부입니다.</a:t>
            </a:r>
          </a:p>
          <a:p/>
          <a:p>
            <a:r>
              <a:t>세 번째 줄, '누가 시켜도 같은 결과가 나오나' — 이게 우리가 원래 하려던 거였죠. A는 '대체로', B는 '예'입니다.</a:t>
            </a:r>
          </a:p>
          <a:p/>
          <a:p>
            <a:r>
              <a:t>네 번째 줄이 두 방식의 결정적 차이입니다. 브랜드 값이 또 갈라질 수 있냐. A는 가능성이 남고, B는 구조적으로 불가능합니다.</a:t>
            </a:r>
          </a:p>
          <a:p/>
          <a:p>
            <a:r>
              <a:t>제 권장은 이렇습니다. 방식 A를 저장소 하나에 먼저 시범 적용해보시는 겁니다. makevu-qrstp가 좋겠습니다. 기능은 20개로 가장 많은데 등록된 게 0개라 효과가 확실히 보일 거고, 문서 형식도 이미 잘 정리돼 있어서 작업이 수월합니다.</a:t>
            </a:r>
          </a:p>
          <a:p/>
          <a:p>
            <a:r>
              <a:t>거기서 효과를 확인하고 나서 방식 B로 확장할지 결정하시면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방식 A로 가든 B로 가든, 이건 지금 고쳐야 합니다.</a:t>
            </a:r>
          </a:p>
          <a:p/>
          <a:p>
            <a:r>
              <a:t>1번과 2번은 오늘 바로 부탁드립니다.</a:t>
            </a:r>
          </a:p>
          <a:p>
            <a:r>
              <a:t>고객 자료 공개 설정은 시간이 지날수록 위험이 커집니다.</a:t>
            </a:r>
          </a:p>
          <a:p>
            <a:r>
              <a:t>브랜드 색은 지금도 잘못된 값으로 이미지가 만들어지고 있습니다.</a:t>
            </a:r>
          </a:p>
          <a:p/>
          <a:p>
            <a:r>
              <a:t>3번 4번은 이번 주 안에. 둘 다 반나절이면 됩니다.</a:t>
            </a:r>
          </a:p>
          <a:p/>
          <a:p>
            <a:r>
              <a:t>5번 6번은 이번 달 안에 하면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마지막으로 한 가지만 더 말씀드리겠습니다.</a:t>
            </a:r>
          </a:p>
          <a:p/>
          <a:p>
            <a:r>
              <a:t>사실 오늘 제가 말씀드린 진단은, 우리 팀이 이미 한 번 했던 겁니다.</a:t>
            </a:r>
          </a:p>
          <a:p/>
          <a:p>
            <a:r>
              <a:t>design-system 저장소에 'CdBd 에디터 문서 구축 계획'이라는 문서가 있는데, 거기 이렇게 적혀 있습니다.</a:t>
            </a:r>
          </a:p>
          <a:p>
            <a:r>
              <a:t>'팀원 A B C가 각자의 Claude에게 똑같이 부탁했을 때 같은 결과가 나오게.'</a:t>
            </a:r>
          </a:p>
          <a:p>
            <a:r>
              <a:t>'위키링크는 Claude에게 클릭이 아닙니다.'</a:t>
            </a:r>
          </a:p>
          <a:p>
            <a:r>
              <a:t>'CLAUDE.md 679바이트, 카드 문서 49개 언급 0줄.'</a:t>
            </a:r>
          </a:p>
          <a:p/>
          <a:p>
            <a:r>
              <a:t>제가 오늘 말씀드린 거랑 똑같습니다. 진단도 처방도 이미 나와 있었어요.</a:t>
            </a:r>
          </a:p>
          <a:p/>
          <a:p>
            <a:r>
              <a:t>그런데 그 처방이 실제로 적용된 비율은 0%입니다.</a:t>
            </a:r>
          </a:p>
          <a:p/>
          <a:p>
            <a:r>
              <a:t>왜냐면 그 계획서가 HTML 파일 한 장으로 되어 있어서 옵시디언 검색에도 안 걸리고, 위키링크도 안 걸리고, 그래서 아무도 — Claude조차 — 다시 읽지 못했기 때문입니다.</a:t>
            </a:r>
          </a:p>
          <a:p/>
          <a:p>
            <a:r>
              <a:t>그래서 이번엔 반드시 '자동 점검'을 넣어야 합니다. 사람이 기억해서 챙기는 방식으로는 또 같은 일이 반복됩니다.</a:t>
            </a:r>
          </a:p>
          <a:p/>
          <a:p>
            <a:r>
              <a:t>여기까지입니다. 질문 주시면 답변드리겠습니다.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031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 디자인팀 · 문서 체계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Claude가 우리 기능을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 알게 만들려면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75488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저장소 9개 · 문서 465개 전수 조사 결과와 개편 제안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2026-08-09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 줄로 요약하면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450592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CdBd의 기능은 총 82개입니다.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72384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그중 Claude가 스스로 발견할 수 있는 건 </a:t>
            </a:r>
            <a:r>
              <a:rPr sz="3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7개</a:t>
            </a: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76732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맨 바깥 폴더에서 Claude를 켜면 — 0개입니다.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즉 팀원이 “룩북 시안 만들어줘”, “큐알 이벤트 만들어줘” 라고 해도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그런 기능이 있다는 사실 자체를 모릅니다.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문서는 훌륭하게 쓰여 있는데도요. — 오늘 이야기는 전부 이 한 문장에 대한 설명입니다.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먼저, 우리 저장소가 몇 개인지부터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ONBOARDING.md는 6개라고 안내하지만, GitHub 계정을 조회해보니 실제로는 9개였습니다.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12848"/>
          <a:ext cx="10634472" cy="33832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017520"/>
                <a:gridCol w="1097280"/>
                <a:gridCol w="1371600"/>
                <a:gridCol w="2404872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용량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(허브)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문서 · 온보딩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규칙 0개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정본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템플릿 제작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 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블로그 · 매거진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517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45일 방치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룩북 · 소식지 (고객)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QR 스탬프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documentation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mintlify-docs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779008"/>
            <a:ext cx="10634472" cy="5029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888736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아래 3개는 문서 사이트를 만들려다 중단한 흔적입니다. 커밋 1개, CdBd 내용 0줄, 그중 2개는 완전히 동일한 중복본 — 쓸 수 있는 기능이 없습니다.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3개는 GitHub에만 있고 우리 컴퓨터에는 clone되어 있지 않습니다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 · 긴급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조사 중 발견한 것 — 공개 설정이 뒤집혀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GitHub 저장소에는 설정이 두 가지입니다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5120640" cy="658368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31720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Public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주소만 알면 누구나,
로그인 없이 전부 열람·다운로드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44368"/>
            <a:ext cx="5120640" cy="658368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081528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Private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초대받은 계정만 열람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947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상태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문서에는  </a:t>
            </a: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“고객 자료라 비공개”</a:t>
            </a: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라고 적혀 있지만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실제 설정은  </a:t>
            </a: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Public</a:t>
            </a:r>
          </a:p>
          <a:p>
            <a:pPr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문서에 “비공개로 한다”고 쓰는 것과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GitHub 설정을 바꾸는 것은 별개 작업입니다.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의도만 적히고 설정은 그대로 남은 것으로 보입니다.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78308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로그인 없이 열어봤습니다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194560"/>
            <a:ext cx="5148072" cy="566928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331720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github.com/CdBd-in/cdbd-design-service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523744"/>
            <a:ext cx="4800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→ HTTP 200  (열림)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8803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파일 이름에 고객사명이 그대로 있습니다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218688"/>
            <a:ext cx="5148072" cy="1481328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64992"/>
            <a:ext cx="48006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컨텍스트: 강현이/2026-07-01 신세계 와인앤모어.md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컨텍스트: 강현이/2026-08-03 이비엠.md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룩북/작업 기록/산드로 CdBd 등록.md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…2026-06-26 대아청과 초안 Figma 18P 빌드 완료.md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80060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본문 기준: PRENDANG 11개 · 대아청과 8개 · 산드로 2개 문서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5440680"/>
            <a:ext cx="10634472" cy="77724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596128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반대로, 정말 팀에 공유돼야 할 cdbd-design-system은 private로 잠겨 있습니다.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즉 공개해야 할 것은 잠겨 있고, 잠가야 할 것은 열려 있습니다.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 방법: 로그인하지 않은 상태에서 GitHub API 및 웹 주소로 접근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본론 — 기능은 82개, Claude가 아는 건 7개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여기서 “기능”이란 팀원이 Claude에게 시킬 수 있는 작업 단위입니다. (예: 룩북 시안 제작, QR 이벤트 제작)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2414016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11880" y="2414016"/>
            <a:ext cx="206546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24323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6/17  ·  35%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2666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3017520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3017520"/>
            <a:ext cx="688489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2/17  ·  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cdbd-marketing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3621024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36393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0/12  ·  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224528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2428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0/16  ·  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3717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makevu-qrstp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4828032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4846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0/20  ·  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2120"/>
            <a:ext cx="10634472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8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 82개 중 7개 (8.5%)  ·  나머지 75개는 문서 속에 묻혀 있어 누가 가리켜주기 전엔 Claude가 알 수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도서관에 안내판이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37560" cy="324612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책은 훌륭합니다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465권의 책(문서)이 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내용도 좋습니다.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QR 이벤트 제작법 372줄,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개발 문서 가이드 787줄 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밀도가 매우 높습니다.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965960"/>
            <a:ext cx="3337560" cy="324612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172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그런데 안내판이 없습니다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작업을 하려면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몇 번 서가로 가라”는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표지판이 한 장도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저장소 전체에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목차 파일이 0개입니다.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965960"/>
            <a:ext cx="3337560" cy="324612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방이 6개로 나뉘어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문이 잠겨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360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옆방에 뭐가 있는지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 수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그래서 같은 책을 각 방이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따로 베껴 뒀고,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내용이 서로 달라졌습니다.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468112"/>
            <a:ext cx="10634472" cy="77724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632704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책이 부족한 게 아닙니다. 안내판이 없고, 방끼리 막혀 있는 게 문제입니다.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 ·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왜 문서를 잘 써도 소용이 없을까요?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사람과 Claude가 문서를 읽는 방식이 다르기 때문입니다.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51206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68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사람이 읽을 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문서를 읽다가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[[1-3. 색상 팔레트]]</a:t>
            </a: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가 보이면 — 눌러서 열어봅니다.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궁금하면 알아서 따라 들어갑니다.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링크가 연결 역할을 합니다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240280"/>
            <a:ext cx="5148072" cy="22860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68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Claude가 읽을 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88036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문서를 읽다가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[[1-3. 색상 팔레트]]</a:t>
            </a: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가 보이면 — 그냥 글자로 읽고 지나갑니다.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“그런 문서가 있구나” 하고 끝입니다.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링크가 연결되지 않습니다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00600"/>
            <a:ext cx="10634472" cy="1417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98348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이런 일이 생깁니다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문서에 “색상은 [[1-3. 색상 팔레트]] 참고”라고 아무리 정성껏 써놔도, Claude는 그 문서를 열지 않은 채 작업을 시작합니다.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문서를 더 잘 쓰는 것으로는 해결되지 않습니다. 「읽으라고 시키는 장치」가 따로 필요합니다.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표현은 팀이 이미 작성해 둔 「CdBd 에디터 문서 구축 계획」에 “위키링크는 Claude에게 클릭이 아닙니다”로 적혀 있습니다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① 입구에 아무것도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폴더를 열면 그 폴더의 CLAUDE.md와 .claude 폴더를 자동으로 읽습니다. 말하자면 “첫날 안내문”입니다.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4023360"/>
                <a:gridCol w="3319272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design 폴더의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있어야 할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공통 규칙 · 전체 기능 목록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 자체가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.claude/commands/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명령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.claude/agents/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에이전트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114800"/>
            <a:ext cx="10634472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159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그리고 더 큰 문제 — 스킬이 개인 컴퓨터에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블로그 썸네일 스킬(blog-thumbnail)은 저장소가 아니라 이선호님 컴퓨터 개인 폴더에 저장돼 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git에 없으므로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팀원이 clone해도 따라오지 않습니다.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이선호님이 “썸네일 만들어줘” 하면 되는데, 강현이님이 하면 안 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심지어 그 스킬 안의 링크 4개는 전부 깨져 있고, makevu 저장소에서 부르면 엉뚱하게 마케팅 규칙을 읽습니다.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이번 조사 자체가 증거였습니다 — 맨 바깥 폴더에서 시작했더니 볼트가 가진 스킬 7종·에이전트 19종이 하나도 보이지 않았습니다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방과 방 사이가 막혀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우리는 볼트를 6개로 일부러 나눴습니다. 사람에겐 괜찮지만, Claude에겐 옆방이 존재하지 않는 것과 같습니다.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실제로 벌어진 일 — 브랜드 그린이 두 값으로 갈라졌습니다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70048"/>
            <a:ext cx="5120640" cy="173736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디자인 시스템 저장소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32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#3DF69B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1-1. 컬러.md 에 정본으로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670048"/>
            <a:ext cx="5148072" cy="173736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88036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마케팅 저장소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3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스크린샷을 보고 눈으로 뽑은 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06070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왜 아무도 몰랐을까요?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마케팅 담당자는 디자인 시스템 문서를 볼 수 없었습니다. 그래서 화면을 캡처해서 색을 직접 뽑아 썼습니다.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두 저장소가 서로를 참조한 기록이 0건이라, 2개월 넘게 아무도 이 차이를 발견하지 못했습니다.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지금도 잘못된 색이 마케팅 산출물에 쓰이고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같은 이유로 design-service와 makevu-qrstp도 templates의 팔레트·폰트를 각자 따로 베껴 갔고, 둘 다 원본 번호가 틀려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 이사 간 주소가 그대로 적혀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저장소끼리 막혀 있어도, 딱 한 군데 “저쪽 문서는 여기 있어요”라고 주소를 적어둔 곳이 있었습니다.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10634472" cy="12344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0487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SF Mono"/>
                <a:ea typeface="SF Mono"/>
                <a:cs typeface="SF Mono"/>
              </a:rPr>
              <a:t>cdbd-templates / CLAUDE.md  72행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974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참조 디자인 시스템: /Users/designer/Documents/GitHub/design/cdbd-design-system/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63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↑  이 컴퓨터에 designer 라는 사용자는 없습니다. 실제 사용자는 mustard 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0332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쉽게 말하면</a:t>
            </a:r>
          </a:p>
          <a:p>
            <a:pPr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본사가 이사를 갔는데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지점 주소록을 안 고친 상태입니다.</a:t>
            </a:r>
          </a:p>
          <a:p>
            <a:pPr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 주소로 찾아가면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“그런 폴더 없음”이 뜨고,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그냥 포기하고 넘어갑니다.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3703320"/>
            <a:ext cx="5148072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391363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죽은 주소가 3종류 섞여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4297680"/>
            <a:ext cx="4617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/Users/designer/…   </a:t>
            </a: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/Users/leesunho/…   </a:t>
            </a: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/Users/mustard/…   </a:t>
            </a:r>
            <a:r>
              <a:rPr sz="115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현재 사용자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5440680"/>
            <a:ext cx="4617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예전 담당자 컴퓨터의 흔적이 그대로 남았습니다.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④ 규칙집이 두 권인데, 표지가 똑같습니다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같은 저장소 안에 거의 같은 내용의 규칙 문서가 2개 있습니다. 어느 게 최신인지 아무 데도 안 적혀 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5120640" cy="19659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51460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CLAUDE.md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131 KB  ·  7월 24일</a:t>
            </a:r>
          </a:p>
          <a:p>
            <a:pPr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프리셋 원본 변경 금지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PNG 알파 크롭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다크모드 투명도 보정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148072" cy="19659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51460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AGENTS.md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94 KB  ·  7월 23일</a:t>
            </a:r>
          </a:p>
          <a:p>
            <a:pPr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프리셋 원본 변경 금지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PNG 알파 크롭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다크모드 투명도 보정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480560"/>
            <a:ext cx="1063447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681728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사규집이 두 권 있는데, 한 권은 하루 전 버전이고 표지에 그 표시가 없습니다.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AGENTS.md에는 7월 24일에 추가된 최신 규칙 3개가 통째로 빠져 있습니다.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AGENTS.md를 먼저 집어든 Claude는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“프리셋 원본을 건드리지 마라”는 규칙을 모른 채 작업합니다.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design-service 저장소에도 똑같은 구조가 있습니다 (34.9KB ↔ 9.2KB).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밖에 .agents/ · .codex/ 라는 복사본 폴더도 있는데, 기계 치환 과정에서 claude.ai/design 이 Codex.ai/design 으로 오염됐습니다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⑤ 첫날 안내문이 저장소마다 딴판입니다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CLAUDE.md는 Claude가 그 폴더를 열자마자 자동으로 읽는 유일한 파일입니다. 신입에게 첫날 건네는 안내문이라고 보시면 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331720"/>
          <a:ext cx="10634472" cy="25237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1645920"/>
                <a:gridCol w="1645920"/>
                <a:gridCol w="4599432"/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 분량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종이로 치면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679 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반 장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99개 문서 얘기가 한 줄도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1장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12개 중 썸네일 1개만 다룸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3.8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2장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참조 이벤트 57건 · 소개서 · 홈페이지 언급 0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16장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 속 문서 주소 9개가 전부 틀림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131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60장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너무 길어 핵심이 묻힘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846320"/>
            <a:ext cx="10634472" cy="123444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029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한쪽은 아무것도 안 알려주고, 한쪽은 60장을 읽히려 합니다. 둘 다 안 됩니다.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그리고 5개 저장소의 안내문 중, 자기 저장소가 가진 스킬을 소개하는 곳은 단 한 곳도 없습니다.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10896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두 가지 방식을 제안합니다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4348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 전에 — 왜 “문서를 더 잘 쓰기”가 답이 아닌지 먼저 보시겠습니다.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해법의 핵심 — 문서가 아니라 “스킬”로 등록합니다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(문서에만 있을 때)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84831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1671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157984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2697479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35608" y="27797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770632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어떤 룩북인가요?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관련 문서를 알려주세요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47872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36301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621024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룩북/1. 제작 프로세스/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읽어봐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" y="4398264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5608" y="448055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471416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네, 이제 알겠습니다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749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팀원이 문서 경로를 외우고 있어야 합니다.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   모르면 시작조차 못 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373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제안 (스킬로 등록했을 때)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084831"/>
            <a:ext cx="4690872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7" y="21671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2157984"/>
            <a:ext cx="33192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0840" y="2697479"/>
            <a:ext cx="4690872" cy="969264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2007" y="27797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2770632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(lookbook-draft 스킬 발동)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읽었습니다.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8단계 절차대로 시작합니다.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794760"/>
            <a:ext cx="5148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팀원은 하고 싶은 말만 하면 됩니다.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   누가 시켜도 같은 절차로 진행됩니다.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617720"/>
            <a:ext cx="5148072" cy="14630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4773168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name: lookbook-draft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description: 룩북 시안 8P 제작.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TRIGGER — “룩북 시안 만들어줘”,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“OO 브랜드 시안 뽑아줘”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→ 먼저 1-2. 시안.md 전문을 읽는다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6692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스킬은 이렇게 짧습니다. 내용을 베끼지 않고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문서를 읽어라”라고 가리키기만 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핵심은 description에 팀원이 실제로 쓰는 한국어 문장을 넣는 것입니다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가볍게 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A — “안내판 달기”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구조는 그대로 두고, 각 저장소가 스스로를 설명하게 만듭니다.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12848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13432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23113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안내문(CLAUDE.md)을 라우팅 표로 통일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194560"/>
            <a:ext cx="5806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 저장소 같은 형식 100~150줄.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“이렇게 말하면 → 이걸 실행 → 정본 문서는 여기”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90672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91256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10896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자주 쓰는 기능 20개만 스킬로 등록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3072384"/>
            <a:ext cx="5806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전부 말고 자주 쓰는 것부터.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QR 이벤트 제작, 룩북 시안, 카드뉴스 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968496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069080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986783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개인 PC의 스킬을 저장소로 옮기기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950208"/>
            <a:ext cx="5806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blog-thumbnail을 git에 올려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 누구 컴퓨터에서든 동작하게 만듭니다.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846320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46904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864607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깨진 주소·링크 일괄 수정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828032"/>
            <a:ext cx="5806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죽은 절대경로 3종, 깨진 위키링크 60여 건,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브랜드 색 정본 확정.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806440"/>
            <a:ext cx="10634472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94360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아는 기능 7개 → 약 27개    </a:t>
            </a: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장점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빠르고 되돌리기 쉬움    </a:t>
            </a:r>
            <a:r>
              <a:rPr sz="12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한계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중복이 남아 다시 어긋날 수 있음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근본 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B — “정본 하나 + 자동 감시”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방식 A를 포함하고, 여기에 “같은 내용이 두 곳에 존재할 수 없는 구조”를 더합니다.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예시 — 브랜드 색이 갈라진 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60320"/>
            <a:ext cx="5120640" cy="96012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디자인시스템 #3DF69B  ·  마케팅 #4DE98B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각자 자기 문서에 적어둠 → 갈라짐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611880"/>
            <a:ext cx="5120640" cy="114300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663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방식 B 적용 후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두 저장소 모두 _core/브랜드 토큰.md 하나만 봄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값을 고치면 양쪽에 동시 반영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애초에 두 값이 존재할 수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구조 — 공통 정본을 각 저장소에 꽂아 넣습니다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560320"/>
            <a:ext cx="5148072" cy="219456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724912"/>
            <a:ext cx="47091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← 공통 정본 (자동 연결)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브랜드 토큰.md    #3DF69B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└─ 공통 스킬/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846320"/>
            <a:ext cx="51480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_core 폴더가 각 볼트 안에 실제로 들어가므로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옵시디언 링크도 되고 Claude도 읽습니다.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02920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여기에 더해</a:t>
            </a:r>
          </a:p>
          <a:p>
            <a:pPr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기능 82개 전부 스킬화 (일부 아닌 전부)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문서 형식 표준 통일 (makevu가 이미 모범)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깨진 링크·어긋난 값 자동 점검 스크립트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486400"/>
            <a:ext cx="51480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7개 → 82개 전부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장점  재발하지 않음 · 6개월 뒤에도 유지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한계  초기 작업량이 크고 팀 합의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저장소 6개를 하나로 합치는 방식은 제외했습니다 — 고객 자료 저장소는 분리해서 관리해야 하기 때문입니다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무엇이 달라지나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931920"/>
                <a:gridCol w="2103120"/>
                <a:gridCol w="2194560"/>
                <a:gridCol w="2404872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A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B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Claude가 아는 기능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/ 82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약 27 / 82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 / 82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팀원이 문서 위치를 외워야 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외워야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몰라도 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누가 시켜도 같은 결과가 나오나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값이 또 갈라질 수 있나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구조적으로 불가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문서가 늘어나도 유지되나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챙겨야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예상 작업량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합의 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거의 불필요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53212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6875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권장: 방식 A를 저장소 1개에 먼저 시범 적용해 효과를 확인한 뒤, 방식 B로 확장하는 순서입니다.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즉시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어느 방식을 택하든, 지금 고쳐야 할 6가지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5204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480560"/>
                <a:gridCol w="3840480"/>
                <a:gridCol w="1673352"/>
              </a:tblGrid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긴급도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 공개 설정 점검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자료가 인터넷에 공개돼 있음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정본 확정 (#3DF69B / #4DE98B)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잘못된 값이 산출물에 사용 중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스킬을 저장소로 이관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간 결과가 달라짐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templates → design-system 주소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저장소를 잇는 유일한 다리가 끊김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design-service 안내문 주소 9개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 전체가 쓸모없는 상태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저장소 3개 정리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헷갈리게 만드는 노이즈 제거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634472" cy="54864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마지막으로 — 우리는 이미 한 번 진단했습니다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06040"/>
            <a:ext cx="1063447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880360"/>
            <a:ext cx="9966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cdbd-design-system/docs/CdBd 에디터 문서 구축 계획.html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“팀원 A·B·C가 각자의 Claude에게 똑같이 부탁했을 때 같은 결과가 나오게”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“위키링크는 Claude에게 클릭이 아닙니다”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“CLAUDE.md 679바이트, 카드 문서 49개 언급 0줄”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진단도 처방도 이미 정확하게 나와 있었습니다. 그런데 채택률은 0%였습니다.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이유는 그 계획서 자체가 HTML 파일 한 장이라 볼트 검색에서 빠져, 아무도 — Claude조차 — 읽지 못했기 때문입니다.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이번 제안에는 “자동 점검”이 반드시 포함되어야 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