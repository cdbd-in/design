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10312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CdBd 디자인팀 · 문서 체계 진단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926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Claude가 우리 기능을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다 알게 만들려면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4754880"/>
            <a:ext cx="9601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C9C9C9"/>
                </a:solidFill>
                <a:latin typeface="Pretendard"/>
                <a:ea typeface="Pretendard"/>
                <a:cs typeface="Pretendard"/>
              </a:rPr>
              <a:t>저장소 9개 · 문서 465개 전수 조사 결과와 개편 제안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3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2026-08-09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오늘 이야기 순서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103120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103120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28600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7400" y="2221991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현황 파악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57400" y="2487168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우리 저장소가 몇 개이고 어떤 상태인지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2322576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3 – 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944368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944368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127248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57400" y="3063239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진단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3328415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기능 82개 중 Claude가 아는 건 7개 — 왜 그런지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316382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6 – 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785615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785615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3968496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7400" y="3904487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근본 원인 7가지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57400" y="4169663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목표를 3가지 조건으로 나눠서 원인을 하나씩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0" y="400507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9 – 17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4626864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4626864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4809744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7400" y="4745736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해결 방안 2가지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5010912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가볍게 시작하는 안 / 근본적으로 고치는 안 + 구조도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48463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18 – 23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7240" y="5468112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7240" y="5468112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5650992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57400" y="5586984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비교 · 즉시 조치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57400" y="5852160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두 방식 비교와, 어느 쪽이든 지금 해야 할 것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0" y="568756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24 – 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63550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총 26장 · 20~25분  ·  가장 중요한 장은 03번입니다. 원인을 알아야 어느 해결안이 맞는지 판단하실 수 있습니다.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한 줄로 요약하면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103120"/>
            <a:ext cx="10634472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450592"/>
            <a:ext cx="9784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CdBd의 기능은 총 82개입니다.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3072384"/>
            <a:ext cx="9784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26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그중 Claude가 스스로 발견할 수 있는 건 </a:t>
            </a:r>
            <a:r>
              <a:rPr sz="34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7개</a:t>
            </a:r>
            <a:r>
              <a:rPr sz="26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뿐입니다.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3767328"/>
            <a:ext cx="9784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맨 바깥 폴더에서 Claude를 켜면 — 0개입니다.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617720"/>
            <a:ext cx="10607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즉 팀원이 “룩북 시안 만들어줘”, “큐알 이벤트 만들어줘” 라고 해도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7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Claude는 그런 기능이 있다는 사실 자체를 모릅니다.</a:t>
            </a:r>
          </a:p>
          <a:p>
            <a:pPr>
              <a:lnSpc>
                <a:spcPct val="135000"/>
              </a:lnSpc>
              <a:spcBef>
                <a:spcPts val="80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문서는 훌륭하게 쓰여 있는데도요. — 오늘 이야기는 전부 이 한 문장에 대한 설명입니다.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① 현황 파악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먼저, 우리 저장소가 몇 개인지부터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ONBOARDING.md는 6개라고 안내하지만, GitHub 계정을 조회해보니 실제로는 9개였습니다.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212848"/>
          <a:ext cx="10634472" cy="33832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43200"/>
                <a:gridCol w="3017520"/>
                <a:gridCol w="1097280"/>
                <a:gridCol w="1371600"/>
                <a:gridCol w="2404872"/>
              </a:tblGrid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저장소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역할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문서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용량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상태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design (허브)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문서 · 온보딩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규칙 0개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cdbd-design-system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디자인 시스템 정본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99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활동 저조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cdbd-templates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템플릿 제작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163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가장 활발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cdbd-marketing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블로그 · 매거진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82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517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45일 방치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cdbd-design-service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룩북 · 소식지 (고객)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43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활동 저조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makevu-qrstp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QR 스탬프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88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173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documentation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 기본 템플릿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180 KB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· 방치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mintlify-docs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 기본 템플릿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35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 MB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· 방치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docs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 기본 템플릿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35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 MB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· 방치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" y="5779008"/>
            <a:ext cx="10634472" cy="502920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5888736"/>
            <a:ext cx="10241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아래 3개는 문서 사이트를 만들려다 중단한 흔적입니다. 커밋 1개, CdBd 내용 0줄, 그중 2개는 완전히 동일한 중복본 — 쓸 수 있는 기능이 없습니다.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이 3개는 GitHub에만 있고 우리 컴퓨터에는 clone되어 있지 않습니다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① 현황 파악 · 긴급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조사 중 발견한 것 — 공개 설정이 뒤집혀 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GitHub 저장소에는 설정이 두 가지입니다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94560"/>
            <a:ext cx="5120640" cy="658368"/>
          </a:xfrm>
          <a:prstGeom prst="rect">
            <a:avLst/>
          </a:prstGeom>
          <a:solidFill>
            <a:srgbClr val="FDEEEE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31720"/>
            <a:ext cx="4709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15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Public   </a:t>
            </a: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주소만 알면 누구나,
로그인 없이 전부 열람·다운로드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944368"/>
            <a:ext cx="5120640" cy="658368"/>
          </a:xfrm>
          <a:prstGeom prst="rect">
            <a:avLst/>
          </a:prstGeom>
          <a:solidFill>
            <a:srgbClr val="ECFAF2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081528"/>
            <a:ext cx="4709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15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Private   </a:t>
            </a: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초대받은 계정만 열람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79476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우리 상태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160520"/>
            <a:ext cx="51206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문서에는  </a:t>
            </a:r>
            <a:r>
              <a:rPr sz="1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“고객 자료라 비공개”</a:t>
            </a: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라고 적혀 있지만</a:t>
            </a:r>
          </a:p>
          <a:p>
            <a:pPr>
              <a:lnSpc>
                <a:spcPct val="140000"/>
              </a:lnSpc>
              <a:spcBef>
                <a:spcPts val="600"/>
              </a:spcBef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실제 설정은  </a:t>
            </a:r>
            <a:r>
              <a:rPr sz="15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Public</a:t>
            </a:r>
          </a:p>
          <a:p>
            <a:pPr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문서에 “비공개로 한다”고 쓰는 것과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GitHub 설정을 바꾸는 것은 별개 작업입니다.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의도만 적히고 설정은 그대로 남은 것으로 보입니다.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1783080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실제로 로그인 없이 열어봤습니다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2194560"/>
            <a:ext cx="5148072" cy="566928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331720"/>
            <a:ext cx="4800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github.com/CdBd-in/cdbd-design-service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523744"/>
            <a:ext cx="4800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→ HTTP 200  (열림)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2880360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파일 이름에 고객사명이 그대로 있습니다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3218688"/>
            <a:ext cx="5148072" cy="1481328"/>
          </a:xfrm>
          <a:prstGeom prst="rect">
            <a:avLst/>
          </a:prstGeom>
          <a:solidFill>
            <a:srgbClr val="FDEEEE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64992"/>
            <a:ext cx="480060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292929"/>
                </a:solidFill>
                <a:latin typeface="SF Mono"/>
                <a:ea typeface="SF Mono"/>
                <a:cs typeface="SF Mono"/>
              </a:rPr>
              <a:t>컨텍스트: 강현이/2026-07-01 신세계 와인앤모어.md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292929"/>
                </a:solidFill>
                <a:latin typeface="SF Mono"/>
                <a:ea typeface="SF Mono"/>
                <a:cs typeface="SF Mono"/>
              </a:rPr>
              <a:t>컨텍스트: 강현이/2026-08-03 이비엠.md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292929"/>
                </a:solidFill>
                <a:latin typeface="SF Mono"/>
                <a:ea typeface="SF Mono"/>
                <a:cs typeface="SF Mono"/>
              </a:rPr>
              <a:t>룩북/작업 기록/산드로 CdBd 등록.md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292929"/>
                </a:solidFill>
                <a:latin typeface="SF Mono"/>
                <a:ea typeface="SF Mono"/>
                <a:cs typeface="SF Mono"/>
              </a:rPr>
              <a:t>…2026-06-26 대아청과 초안 Figma 18P 빌드 완료.md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4800600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본문 기준: PRENDANG 11개 · 대아청과 8개 · 산드로 2개 문서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5440680"/>
            <a:ext cx="10634472" cy="77724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5596128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반대로, 정말 팀에 공유돼야 할 cdbd-design-system은 private로 잠겨 있습니다.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C9C9C9"/>
                </a:solidFill>
                <a:latin typeface="Pretendard"/>
                <a:ea typeface="Pretendard"/>
                <a:cs typeface="Pretendard"/>
              </a:rPr>
              <a:t>즉 공개해야 할 것은 잠겨 있고, 잠가야 할 것은 열려 있습니다.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검증 방법: 로그인하지 않은 상태에서 GitHub API 및 웹 주소로 접근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② 진단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본론 — 기능은 82개, Claude가 아는 건 7개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여기서 “기능”이란 팀원이 Claude에게 시킬 수 있는 작업 단위입니다. (예: 룩북 시안 제작, QR 이벤트 제작)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cdbd-templates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11880" y="2414016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11880" y="2414016"/>
            <a:ext cx="2065468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46920" y="243230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6/17  ·  35%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026664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cdbd-design-system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11880" y="3017520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11880" y="3017520"/>
            <a:ext cx="688489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46920" y="303580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2/17  ·  12%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63016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cdbd-marketing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11880" y="3621024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46920" y="363931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0/12  ·  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23367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cdbd-design-service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11880" y="4224528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46920" y="424281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0/16  ·  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837176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makevu-qrstp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11880" y="4828032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46920" y="48463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0/20  ·  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5532120"/>
            <a:ext cx="10634472" cy="50292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669280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합계 82개 중 7개 (8.5%)  ·  나머지 75개는 문서 속에 묻혀 있어 누가 가리켜주기 전엔 Claude가 알 수 없습니다.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② 진단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쉽게 말하면 — 도서관에 안내판이 없습니다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65960"/>
            <a:ext cx="3337560" cy="3246120"/>
          </a:xfrm>
          <a:prstGeom prst="rect">
            <a:avLst/>
          </a:prstGeom>
          <a:solidFill>
            <a:srgbClr val="ECFAF2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240280"/>
            <a:ext cx="2788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책은 훌륭합니다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" y="3154680"/>
            <a:ext cx="27889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465권의 책(문서)이 있고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내용도 좋습니다.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QR 이벤트 제작법 372줄,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개발 문서 가이드 787줄 —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밀도가 매우 높습니다.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1965960"/>
            <a:ext cx="3337560" cy="3246120"/>
          </a:xfrm>
          <a:prstGeom prst="rect">
            <a:avLst/>
          </a:prstGeom>
          <a:solidFill>
            <a:srgbClr val="FFF6E6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81728" y="2240280"/>
            <a:ext cx="2788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그런데 안내판이 없습니다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81728" y="3154680"/>
            <a:ext cx="27889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“이 작업을 하려면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몇 번 서가로 가라”는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표지판이 한 장도 없습니다.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6개 저장소 전체에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목차 파일이 0개입니다.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1000" y="1965960"/>
            <a:ext cx="3337560" cy="3246120"/>
          </a:xfrm>
          <a:prstGeom prst="rect">
            <a:avLst/>
          </a:prstGeom>
          <a:solidFill>
            <a:srgbClr val="FDEEEE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3608" y="2240280"/>
            <a:ext cx="2788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방이 6개로 나뉘어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문이 잠겨 있습니다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93608" y="3154680"/>
            <a:ext cx="27889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옆방에 뭐가 있는지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볼 수 없습니다.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그래서 같은 책을 각 방이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따로 베껴 뒀고,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내용이 서로 달라졌습니다.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5468112"/>
            <a:ext cx="10634472" cy="777240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5632704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책이 부족한 게 아닙니다. 안내판이 없고, 방끼리 막혀 있는 게 문제입니다.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② 진단 · 핵심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왜 문서를 잘 써도 소용이 없을까요?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사람과 Claude가 문서를 읽는 방식이 다르기 때문입니다.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240280"/>
            <a:ext cx="512064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4688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사람이 읽을 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880360"/>
            <a:ext cx="45720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문서를 읽다가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[[1-3. 색상 팔레트]]</a:t>
            </a:r>
          </a:p>
          <a:p>
            <a:pPr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가 보이면 — 눌러서 열어봅니다.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궁금하면 알아서 따라 들어갑니다.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3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✓ 링크가 연결 역할을 합니다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2240280"/>
            <a:ext cx="5148072" cy="2286000"/>
          </a:xfrm>
          <a:prstGeom prst="rect">
            <a:avLst/>
          </a:prstGeom>
          <a:solidFill>
            <a:srgbClr val="FDEEEE"/>
          </a:solidFill>
          <a:ln w="1524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24688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Claude가 읽을 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880360"/>
            <a:ext cx="45720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문서를 읽다가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[[1-3. 색상 팔레트]]</a:t>
            </a:r>
          </a:p>
          <a:p>
            <a:pPr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가 보이면 — 그냥 글자로 읽고 지나갑니다.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“그런 문서가 있구나” 하고 끝입니다.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✗ 링크가 연결되지 않습니다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800600"/>
            <a:ext cx="10634472" cy="1417320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498348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그래서 이런 일이 생깁니다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문서에 “색상은 [[1-3. 색상 팔레트]] 참고”라고 아무리 정성껏 써놔도, Claude는 그 문서를 열지 않은 채 작업을 시작합니다.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→ 문서를 더 잘 쓰는 것으로는 해결되지 않습니다. 「읽으라고 시키는 장치」가 따로 필요합니다.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이 표현은 팀이 이미 작성해 둔 「CdBd 에디터 문서 구축 계획」에 “위키링크는 Claude에게 클릭이 아닙니다”로 적혀 있습니다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원인을 보기 전에 — 목표를 3가지 조건으로 나눠보겠습니다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우리 목표: “팀원이 자기 컴퓨터에서 Claude에게 CdBd의 어떤 기능을 시켜도 제대로 동작한다”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4884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이 한 문장이 성립하려면 조건 3개가 모두 충족돼야 합니다. 하나라도 빠지면 목표는 달성되지 않습니다.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697480"/>
            <a:ext cx="3337560" cy="2331720"/>
          </a:xfrm>
          <a:prstGeom prst="rect">
            <a:avLst/>
          </a:prstGeom>
          <a:solidFill>
            <a:srgbClr val="F2F0FF"/>
          </a:solidFill>
          <a:ln w="19050">
            <a:solidFill>
              <a:srgbClr val="6C4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9848" y="2926080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조건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" y="3200400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발견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3794760"/>
            <a:ext cx="2788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Claude가 그런 기능이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있다는 걸 알아야 한다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69848" y="4572000"/>
            <a:ext cx="274320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4645152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원인 ① 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2697480"/>
            <a:ext cx="3337560" cy="2331720"/>
          </a:xfrm>
          <a:prstGeom prst="rect">
            <a:avLst/>
          </a:prstGeom>
          <a:solidFill>
            <a:srgbClr val="F2F0FF"/>
          </a:solidFill>
          <a:ln w="19050">
            <a:solidFill>
              <a:srgbClr val="6C4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1728" y="2926080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조건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81728" y="3200400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일관성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1728" y="3794760"/>
            <a:ext cx="2788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누가 시켜도 같은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정보로 같은 결과가 나와야 한다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81728" y="4572000"/>
            <a:ext cx="274320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0" y="4645152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원인 ② ③ ④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0" y="2697480"/>
            <a:ext cx="3337560" cy="2331720"/>
          </a:xfrm>
          <a:prstGeom prst="rect">
            <a:avLst/>
          </a:prstGeom>
          <a:solidFill>
            <a:srgbClr val="FFF6E6"/>
          </a:solidFill>
          <a:ln w="1905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93608" y="2926080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조건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93608" y="3200400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실행 가능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3608" y="3794760"/>
            <a:ext cx="2788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 팀원 컴퓨터에서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실제로 돌아가야 한다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93608" y="4572000"/>
            <a:ext cx="274320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58200" y="4645152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원인 ⑥ ⑦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5257800"/>
            <a:ext cx="10634472" cy="960120"/>
          </a:xfrm>
          <a:prstGeom prst="rect">
            <a:avLst/>
          </a:prstGeom>
          <a:solidFill>
            <a:srgbClr val="FDEEEE"/>
          </a:solidFill>
          <a:ln w="1524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1560" y="544068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솔직히 말씀드리면 — 처음 분석할 때 조건 3(실행 가능)을 빠뜨렸습니다.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스킬을 아무리 잘 등록해도, 팀원 컴퓨터에 도구와 로그인 정보가 없으면 실행 자체가 안 됩니다. 이번에 다시 확인해서 추가했습니다.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1 발견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① 입구에 아무것도 없습니다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Claude는 폴더를 열면 그 폴더의 CLAUDE.md와 .claude 폴더를 자동으로 읽습니다. 말하자면 “첫날 안내문”입니다.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286000"/>
          <a:ext cx="10634472" cy="19202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291840"/>
                <a:gridCol w="4023360"/>
                <a:gridCol w="3319272"/>
              </a:tblGrid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맨 바깥 design 폴더의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있어야 할 것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실제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CLAUDE.md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 공통 규칙 · 전체 기능 목록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파일 자체가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.claude/skills/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스킬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빈 폴더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.claude/commands/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명령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빈 폴더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.claude/agents/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에이전트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빈 폴더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" y="4114800"/>
            <a:ext cx="10634472" cy="2057400"/>
          </a:xfrm>
          <a:prstGeom prst="rect">
            <a:avLst/>
          </a:prstGeom>
          <a:solidFill>
            <a:srgbClr val="FFFFFF"/>
          </a:solidFill>
          <a:ln w="19050">
            <a:solidFill>
              <a:srgbClr val="6C4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31596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그리고 더 큰 문제 — 스킬이 개인 컴퓨터에 있습니다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709160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블로그 썸네일 스킬(blog-thumbnail)은 저장소가 아니라 이선호님 컴퓨터 개인 폴더에 저장돼 있습니다.</a:t>
            </a:r>
          </a:p>
          <a:p>
            <a:pPr>
              <a:lnSpc>
                <a:spcPct val="140000"/>
              </a:lnSpc>
              <a:spcBef>
                <a:spcPts val="800"/>
              </a:spcBef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→ git에 없으므로 </a:t>
            </a: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팀원이 clone해도 따라오지 않습니다.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  이선호님이 “썸네일 만들어줘” 하면 되는데, 강현이님이 하면 안 됩니다.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 심지어 그 스킬 안의 링크 4개는 전부 깨져 있고, makevu 저장소에서 부르면 엉뚱하게 마케팅 규칙을 읽습니다.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이번 조사 자체가 증거였습니다 — 맨 바깥 폴더에서 시작했더니 볼트가 가진 스킬 7종·에이전트 19종이 하나도 보이지 않았습니다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2 일관성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② 방과 방 사이가 막혀 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우리는 볼트를 6개로 일부러 나눴습니다. 사람에겐 괜찮지만, Claude에겐 옆방이 존재하지 않는 것과 같습니다.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402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실제로 벌어진 일 — 브랜드 그린이 두 값으로 갈라졌습니다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670048"/>
            <a:ext cx="5120640" cy="1737360"/>
          </a:xfrm>
          <a:prstGeom prst="rect">
            <a:avLst/>
          </a:prstGeom>
          <a:solidFill>
            <a:srgbClr val="ECFAF2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880360"/>
            <a:ext cx="46177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디자인 시스템 저장소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32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#3DF69B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1-1. 컬러.md 에 정본으로 기록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2670048"/>
            <a:ext cx="5148072" cy="1737360"/>
          </a:xfrm>
          <a:prstGeom prst="rect">
            <a:avLst/>
          </a:prstGeom>
          <a:solidFill>
            <a:srgbClr val="FDEEEE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2880360"/>
            <a:ext cx="46177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마케팅 저장소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3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#4DE98B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스크린샷을 보고 눈으로 뽑은 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17720"/>
            <a:ext cx="106070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왜 아무도 몰랐을까요?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마케팅 담당자는 디자인 시스템 문서를 볼 수 없었습니다. 그래서 화면을 캡처해서 색을 직접 뽑아 썼습니다.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두 저장소가 서로를 참조한 기록이 0건이라, 2개월 넘게 아무도 이 차이를 발견하지 못했습니다.</a:t>
            </a:r>
          </a:p>
          <a:p>
            <a:pPr>
              <a:lnSpc>
                <a:spcPct val="140000"/>
              </a:lnSpc>
              <a:spcBef>
                <a:spcPts val="800"/>
              </a:spcBef>
            </a:pP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→ 지금도 잘못된 색이 마케팅 산출물에 쓰이고 있습니다.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같은 이유로 design-service와 makevu-qrstp도 templates의 팔레트·폰트를 각자 따로 베껴 갔고, 둘 다 원본 번호가 틀려 있습니다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2 일관성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③ 이사 간 주소가 그대로 적혀 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저장소끼리 막혀 있어도, 딱 한 군데 “저쪽 문서는 여기 있어요”라고 주소를 적어둔 곳이 있었습니다.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240280"/>
            <a:ext cx="10634472" cy="123444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404872"/>
            <a:ext cx="10058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9A9A9A"/>
                </a:solidFill>
                <a:latin typeface="SF Mono"/>
                <a:ea typeface="SF Mono"/>
                <a:cs typeface="SF Mono"/>
              </a:rPr>
              <a:t>cdbd-templates / CLAUDE.md  72행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69748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참조 디자인 시스템: /Users/designer/Documents/GitHub/design/cdbd-design-system/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0632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↑  이 컴퓨터에 designer 라는 사용자는 없습니다. 실제 사용자는 mustard 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703320"/>
            <a:ext cx="51206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쉽게 말하면</a:t>
            </a:r>
          </a:p>
          <a:p>
            <a:pPr>
              <a:lnSpc>
                <a:spcPct val="150000"/>
              </a:lnSpc>
              <a:spcBef>
                <a:spcPts val="80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본사가 이사를 갔는데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지점 주소록을 안 고친 상태입니다.</a:t>
            </a:r>
          </a:p>
          <a:p>
            <a:pPr>
              <a:lnSpc>
                <a:spcPct val="150000"/>
              </a:lnSpc>
              <a:spcBef>
                <a:spcPts val="80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Claude가 그 주소로 찾아가면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“그런 폴더 없음”이 뜨고,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그냥 포기하고 넘어갑니다.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3703320"/>
            <a:ext cx="5148072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3913632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죽은 주소가 3종류 섞여 있습니다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4297680"/>
            <a:ext cx="4617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2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/Users/designer/…   </a:t>
            </a:r>
            <a:r>
              <a:rPr sz="115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존재하지 않음</a:t>
            </a:r>
          </a:p>
          <a:p>
            <a:pPr>
              <a:lnSpc>
                <a:spcPct val="140000"/>
              </a:lnSpc>
              <a:spcBef>
                <a:spcPts val="800"/>
              </a:spcBef>
            </a:pPr>
            <a:r>
              <a:rPr sz="12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/Users/leesunho/…   </a:t>
            </a:r>
            <a:r>
              <a:rPr sz="115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존재하지 않음</a:t>
            </a:r>
          </a:p>
          <a:p>
            <a:pPr>
              <a:lnSpc>
                <a:spcPct val="140000"/>
              </a:lnSpc>
              <a:spcBef>
                <a:spcPts val="800"/>
              </a:spcBef>
            </a:pPr>
            <a:r>
              <a:rPr sz="12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/Users/mustard/…   </a:t>
            </a:r>
            <a:r>
              <a:rPr sz="1150" b="0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현재 사용자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5440680"/>
            <a:ext cx="4617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예전 담당자 컴퓨터의 흔적이 그대로 남았습니다.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2 일관성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④ 규칙집이 두 권인데, 표지가 똑같습니다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같은 저장소 안에 거의 같은 내용의 규칙 문서가 2개 있습니다. 어느 게 최신인지 아무 데도 안 적혀 있습니다.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286000"/>
            <a:ext cx="5120640" cy="1965960"/>
          </a:xfrm>
          <a:prstGeom prst="rect">
            <a:avLst/>
          </a:prstGeom>
          <a:solidFill>
            <a:srgbClr val="ECFAF2"/>
          </a:solidFill>
          <a:ln w="19050">
            <a:solidFill>
              <a:srgbClr val="1C9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514600"/>
            <a:ext cx="46177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92929"/>
                </a:solidFill>
                <a:latin typeface="SF Mono"/>
                <a:ea typeface="SF Mono"/>
                <a:cs typeface="SF Mono"/>
              </a:rPr>
              <a:t>CLAUDE.md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131 KB  ·  7월 24일</a:t>
            </a:r>
          </a:p>
          <a:p>
            <a:pPr>
              <a:lnSpc>
                <a:spcPct val="160000"/>
              </a:lnSpc>
              <a:spcBef>
                <a:spcPts val="1000"/>
              </a:spcBef>
              <a:spcAft>
                <a:spcPts val="0"/>
              </a:spcAft>
            </a:pPr>
            <a:r>
              <a:rPr sz="13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✓ 프리셋 원본 변경 금지</a:t>
            </a:r>
          </a:p>
          <a:p>
            <a:pPr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✓ PNG 알파 크롭</a:t>
            </a:r>
          </a:p>
          <a:p>
            <a:pPr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✓ 다크모드 투명도 보정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2286000"/>
            <a:ext cx="5148072" cy="1965960"/>
          </a:xfrm>
          <a:prstGeom prst="rect">
            <a:avLst/>
          </a:prstGeom>
          <a:solidFill>
            <a:srgbClr val="FDEEEE"/>
          </a:solidFill>
          <a:ln w="1905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2514600"/>
            <a:ext cx="46177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92929"/>
                </a:solidFill>
                <a:latin typeface="SF Mono"/>
                <a:ea typeface="SF Mono"/>
                <a:cs typeface="SF Mono"/>
              </a:rPr>
              <a:t>AGENTS.md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94 KB  ·  7월 23일</a:t>
            </a:r>
          </a:p>
          <a:p>
            <a:pPr>
              <a:lnSpc>
                <a:spcPct val="160000"/>
              </a:lnSpc>
              <a:spcBef>
                <a:spcPts val="100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✗ 프리셋 원본 변경 금지</a:t>
            </a:r>
          </a:p>
          <a:p>
            <a:pPr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✗ PNG 알파 크롭</a:t>
            </a:r>
          </a:p>
          <a:p>
            <a:pPr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✗ 다크모드 투명도 보정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4480560"/>
            <a:ext cx="10634472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681728"/>
            <a:ext cx="100584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쉽게 말하면 — 사규집이 두 권 있는데, 한 권은 하루 전 버전이고 표지에 그 표시가 없습니다.</a:t>
            </a:r>
          </a:p>
          <a:p>
            <a:pPr>
              <a:lnSpc>
                <a:spcPct val="135000"/>
              </a:lnSpc>
              <a:spcBef>
                <a:spcPts val="80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AGENTS.md에는 7월 24일에 추가된 최신 규칙 3개가 통째로 빠져 있습니다.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→ AGENTS.md를 먼저 집어든 Claude는 </a:t>
            </a: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“프리셋 원본을 건드리지 마라”는 규칙을 모른 채 작업합니다.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 design-service 저장소에도 똑같은 구조가 있습니다 (34.9KB ↔ 9.2KB).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이 밖에 .agents/ · .codex/ 라는 복사본 폴더도 있는데, 기계 치환 과정에서 claude.ai/design 이 Codex.ai/design 으로 오염됐습니다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1 발견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⑤ 첫날 안내문이 저장소마다 딴판입니다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CLAUDE.md는 Claude가 그 폴더를 열자마자 자동으로 읽는 유일한 파일입니다. 신입에게 첫날 건네는 안내문이라고 보시면 됩니다.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331720"/>
          <a:ext cx="10634472" cy="252374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43200"/>
                <a:gridCol w="1645920"/>
                <a:gridCol w="1645920"/>
                <a:gridCol w="4599432"/>
              </a:tblGrid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저장소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안내문 분량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종이로 치면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문제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cdbd-design-system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679 B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A4 반 장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99개 문서 얘기가 한 줄도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cdbd-marketing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2.9 KB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A4 1장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기능 12개 중 썸네일 1개만 다룸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makevu-qrstp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3.8 KB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A4 2장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참조 이벤트 57건 · 소개서 · 홈페이지 언급 0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cdbd-design-service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34.9 KB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A4 16장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안내문 속 문서 주소 9개가 전부 틀림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cdbd-templates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131 KB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A4 60장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너무 길어 핵심이 묻힘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" y="4846320"/>
            <a:ext cx="10634472" cy="1234440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502920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한쪽은 아무것도 안 알려주고, 한쪽은 60장을 읽히려 합니다. 둘 다 안 됩니다.</a:t>
            </a:r>
          </a:p>
          <a:p>
            <a:pPr>
              <a:lnSpc>
                <a:spcPct val="135000"/>
              </a:lnSpc>
              <a:spcBef>
                <a:spcPts val="80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그리고 5개 저장소의 안내문 중, 자기 저장소가 가진 스킬을 소개하는 곳은 단 한 곳도 없습니다.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3 실행 가능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⑥ 도구와 열쇠가 개인 컴퓨터에만 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스킬을 아무리 잘 등록해도, 실제로 일을 하는 도구와 로그인 정보가 없으면 실행 자체가 안 됩니다.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286000"/>
          <a:ext cx="10634472" cy="18288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4206240"/>
                <a:gridCol w="3291840"/>
                <a:gridCol w="1645920"/>
                <a:gridCol w="1490472"/>
              </a:tblGrid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팀원 컴퓨터에 필요한 것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지금 있는 곳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git에 있나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크기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gstack 스킬 (브라우저 자동화)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~/.claude/skills/gstack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❌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1.1 GB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blog-thumbnail 스킬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~/.claude/skills/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❌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 로그인 정보 (ID/PW)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~/.config/cdbd/cdbd.env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❌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Figma MCP 연결 설정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~/.claude.json (개인)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❌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4279392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게다가 이런 것들도 확인됐습니다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645152"/>
            <a:ext cx="1060704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권한 설정 파일에 남의 컴퓨터 경로가 박혀 있습니다  —  </a:t>
            </a:r>
            <a:r>
              <a:rPr sz="13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/Users/leesunho/…</a:t>
            </a: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(design-service)</a:t>
            </a:r>
          </a:p>
          <a:p>
            <a:pPr>
              <a:lnSpc>
                <a:spcPct val="140000"/>
              </a:lnSpc>
              <a:spcBef>
                <a:spcPts val="700"/>
              </a:spcBef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문서가 요구하는 스크립트 2개가 </a:t>
            </a: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이선호님 컴퓨터에도 없습니다</a:t>
            </a: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—  auth.py · image_library.py</a:t>
            </a:r>
          </a:p>
          <a:p>
            <a:pPr>
              <a:lnSpc>
                <a:spcPct val="140000"/>
              </a:lnSpc>
              <a:spcBef>
                <a:spcPts val="700"/>
              </a:spcBef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.env</a:t>
            </a: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파일(로그인 정보)은 5개 저장소 중 </a:t>
            </a: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안내 파일조차 1개뿐</a:t>
            </a: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입니다.</a:t>
            </a:r>
          </a:p>
          <a:p>
            <a:pPr>
              <a:lnSpc>
                <a:spcPct val="140000"/>
              </a:lnSpc>
              <a:spcBef>
                <a:spcPts val="1000"/>
              </a:spcBef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→ 강현이님이 “룩북 CdBd에 등록해줘”라고 하면, Claude는 절차를 알아도 </a:t>
            </a: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로그인부터 실패합니다.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검증: ~/.claude/skills, ~/.config/cdbd 실제 내용 확인 + settings.json 하드코딩 경로 추출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3 실행 가능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⑦ 온보딩 문서에 “Claude”가 한 번도 안 나옵니다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ONBOARDING.md는 새 팀원이 따라 하는 유일한 셋업 문서입니다. 그런데 다루는 범위가 절반뿐입니다.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286000"/>
            <a:ext cx="5120640" cy="2286000"/>
          </a:xfrm>
          <a:prstGeom prst="rect">
            <a:avLst/>
          </a:prstGeom>
          <a:solidFill>
            <a:srgbClr val="ECFAF2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487168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다루고 있는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880360"/>
            <a:ext cx="46177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✓ SSH 키 만들기</a:t>
            </a:r>
          </a:p>
          <a:p>
            <a:pPr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✓ GitHub 저장소 6개 받기</a:t>
            </a:r>
          </a:p>
          <a:p>
            <a:pPr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✓ 옵시디언 볼트 열기</a:t>
            </a:r>
          </a:p>
          <a:p>
            <a:pPr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✓ obsidian-git 플러그인 설치</a:t>
            </a:r>
          </a:p>
          <a:p>
            <a:pPr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✓ 충돌 났을 때 대처법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2286000"/>
            <a:ext cx="5148072" cy="2286000"/>
          </a:xfrm>
          <a:prstGeom prst="rect">
            <a:avLst/>
          </a:prstGeom>
          <a:solidFill>
            <a:srgbClr val="FDEEEE"/>
          </a:solidFill>
          <a:ln w="1524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2487168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빠져 있는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880360"/>
            <a:ext cx="46177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✗ Claude 설치·연결</a:t>
            </a:r>
          </a:p>
          <a:p>
            <a:pPr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✗ Figma MCP 연결</a:t>
            </a:r>
          </a:p>
          <a:p>
            <a:pPr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✗ gstack 등 도구 설치</a:t>
            </a:r>
          </a:p>
          <a:p>
            <a:pPr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✗ CdBd 로그인 정보 넣는 법</a:t>
            </a:r>
          </a:p>
          <a:p>
            <a:pPr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✗ 어느 폴더에서 Claude를 켜야 하는지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846320"/>
            <a:ext cx="10634472" cy="128016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5029200"/>
            <a:ext cx="100584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ONBOARDING.md 단어 검색 결과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1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“Claude” 0회   ·   “스킬” 0회   ·   “MCP” 0회   ·   “Figma” 0회   ·   “.env” 0회</a:t>
            </a:r>
          </a:p>
          <a:p>
            <a:pPr>
              <a:lnSpc>
                <a:spcPct val="135000"/>
              </a:lnSpc>
              <a:spcBef>
                <a:spcPts val="800"/>
              </a:spcBef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새 팀원은 문서대로 다 따라 해도, Claude로 일할 준비는 하나도 되지 않습니다.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종합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7가지 — 한눈에 정리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965960"/>
          <a:ext cx="10634471" cy="36576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71600"/>
                <a:gridCol w="457200"/>
                <a:gridCol w="3566160"/>
                <a:gridCol w="3749039"/>
                <a:gridCol w="1490472"/>
              </a:tblGrid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조건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#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원인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지금 상태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해결 난이도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 발견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①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맨 바깥 폴더에 입구가 없음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CLAUDE.md 없음 · .claude 빈 폴더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쉬움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 발견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⑤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첫날 안내문이 저장소마다 딴판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679 B ~ 131 KB (200배 차이)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보통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 일관성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②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볼트끼리 막혀 정보가 갈라짐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그린이 2개 값으로 분기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어려움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 일관성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③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이사 간 주소가 그대로 남음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죽은 경로 3종 · 깨진 링크 60여 건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쉬움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 일관성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④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규칙집이 2권인데 표지가 같음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CLAUDE.md ↔ AGENTS.md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쉬움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 실행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⑥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도구·열쇠가 개인 컴퓨터에만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gstack 1.1GB · 로그인정보 · MCP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보통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 실행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⑦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온보딩에 Claude 절차가 없음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“Claude” 0회 언급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쉬움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77240" y="5577840"/>
            <a:ext cx="10634472" cy="54864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5733288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7개 중 4개는 하루 이틀이면 고칩니다. 진짜 어려운 건 ② 하나 — 그리고 그게 두 해결 방식이 갈리는 지점입니다.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DF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65176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④ 해결 방안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3108960"/>
            <a:ext cx="96926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두 가지 방식을 제안합니다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443484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C9C9C9"/>
                </a:solidFill>
                <a:latin typeface="Pretendard"/>
                <a:ea typeface="Pretendard"/>
                <a:cs typeface="Pretendard"/>
              </a:rPr>
              <a:t>그 전에 — 왜 “문서를 더 잘 쓰기”가 답이 아닌지 먼저 보시겠습니다.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해법의 핵심 — 문서가 아니라 “스킬”로 등록합니다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지금 (문서에만 있을 때)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84831"/>
            <a:ext cx="4663440" cy="493776"/>
          </a:xfrm>
          <a:prstGeom prst="roundRect">
            <a:avLst>
              <a:gd name="adj" fmla="val 6000"/>
            </a:avLst>
          </a:prstGeom>
          <a:solidFill>
            <a:srgbClr val="EB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8408" y="2167127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팀원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2157984"/>
            <a:ext cx="32918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룩북 시안 만들어줘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34440" y="2697479"/>
            <a:ext cx="4663440" cy="731520"/>
          </a:xfrm>
          <a:prstGeom prst="roundRect">
            <a:avLst>
              <a:gd name="adj" fmla="val 6000"/>
            </a:avLst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35608" y="2779775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Claude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40" y="2770632"/>
            <a:ext cx="3291839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어떤 룩북인가요?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관련 문서를 알려주세요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547872"/>
            <a:ext cx="4663440" cy="731520"/>
          </a:xfrm>
          <a:prstGeom prst="roundRect">
            <a:avLst>
              <a:gd name="adj" fmla="val 6000"/>
            </a:avLst>
          </a:prstGeom>
          <a:solidFill>
            <a:srgbClr val="EB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8408" y="363016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팀원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3621024"/>
            <a:ext cx="3291839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룩북/1. 제작 프로세스/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1-2. 시안.md 읽어봐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234440" y="4398264"/>
            <a:ext cx="4663440" cy="493776"/>
          </a:xfrm>
          <a:prstGeom prst="roundRect">
            <a:avLst>
              <a:gd name="adj" fmla="val 6000"/>
            </a:avLst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35608" y="4480559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Claude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7440" y="4471416"/>
            <a:ext cx="32918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네, 이제 알겠습니다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07492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→ 팀원이 문서 경로를 외우고 있어야 합니다.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   모르면 시작조차 못 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1737360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제안 (스킬로 등록했을 때)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2084831"/>
            <a:ext cx="4690872" cy="493776"/>
          </a:xfrm>
          <a:prstGeom prst="roundRect">
            <a:avLst>
              <a:gd name="adj" fmla="val 6000"/>
            </a:avLst>
          </a:prstGeom>
          <a:solidFill>
            <a:srgbClr val="EB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64807" y="2167127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팀원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0" y="2157984"/>
            <a:ext cx="331927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룩북 시안 만들어줘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20840" y="2697479"/>
            <a:ext cx="4690872" cy="969264"/>
          </a:xfrm>
          <a:prstGeom prst="roundRect">
            <a:avLst>
              <a:gd name="adj" fmla="val 6000"/>
            </a:avLst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22007" y="2779775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Claude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0" y="2770632"/>
            <a:ext cx="33192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(lookbook-draft 스킬 발동)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1-2. 시안.md 읽었습니다.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8단계 절차대로 시작합니다.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3794760"/>
            <a:ext cx="5148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→ 팀원은 하고 싶은 말만 하면 됩니다.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   누가 시켜도 같은 절차로 진행됩니다.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63640" y="4617720"/>
            <a:ext cx="5148072" cy="146304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2240" y="4773168"/>
            <a:ext cx="47091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name: lookbook-draft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description: 룩북 시안 8P 제작.</a:t>
            </a:r>
          </a:p>
          <a:p>
            <a:pPr>
              <a:lnSpc>
                <a:spcPct val="135000"/>
              </a:lnSpc>
              <a:spcBef>
                <a:spcPts val="1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  TRIGGER — “룩북 시안 만들어줘”,</a:t>
            </a:r>
          </a:p>
          <a:p>
            <a:pPr>
              <a:lnSpc>
                <a:spcPct val="135000"/>
              </a:lnSpc>
              <a:spcBef>
                <a:spcPts val="1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  “OO 브랜드 시안 뽑아줘”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B0B0B0"/>
                </a:solidFill>
                <a:latin typeface="SF Mono"/>
                <a:ea typeface="SF Mono"/>
                <a:cs typeface="SF Mono"/>
              </a:rPr>
              <a:t>→ 먼저 1-2. 시안.md 전문을 읽는다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566928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스킬은 이렇게 짧습니다. 내용을 베끼지 않고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“이 문서를 읽어라”라고 가리키기만 합니다.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핵심은 description에 팀원이 실제로 쓰는 한국어 문장을 넣는 것입니다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가볍게 시작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방식 A — “안내판 달기”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지금 구조는 그대로 두고, 각 저장소가 스스로를 설명하게 만듭니다.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76272"/>
            <a:ext cx="475488" cy="47548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276856"/>
            <a:ext cx="47548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22199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①⑤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2212848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안내문(CLAUDE.md)을 라우팅 표로 통일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2194560"/>
            <a:ext cx="54406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전 저장소 같은 형식 100~150줄. “이렇게 말하면 → 이걸 실행 → 정본 문서는 여기”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944368"/>
            <a:ext cx="475488" cy="47548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044951"/>
            <a:ext cx="47548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990087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2980944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자주 쓰는 기능 20개만 스킬로 등록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2962656"/>
            <a:ext cx="54406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전부 말고 자주 쓰는 것부터. QR 이벤트 제작, 룩북 시안, 카드뉴스 등.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712463"/>
            <a:ext cx="475488" cy="47548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813048"/>
            <a:ext cx="47548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375818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4560" y="3749039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도구·스킬을 저장소로 옮기고 열쇠 안내 추가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3730751"/>
            <a:ext cx="54406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gstack·blog-thumbnail을 git에. 로그인 정보는 .env.example로 “여기에 이렇게 넣으세요” 안내.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4480560"/>
            <a:ext cx="475488" cy="47548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581144"/>
            <a:ext cx="47548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20" y="452628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94560" y="4517136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ONBOARDING.md에 Claude 셋업 챕터 추가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4498848"/>
            <a:ext cx="54406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설치 → MCP 연결 → 도구 설치 → 로그인 정보 → 어느 폴더에서 켜는지.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5248656"/>
            <a:ext cx="475488" cy="47548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349240"/>
            <a:ext cx="47548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17320" y="529437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③④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94560" y="5285232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깨진 주소·링크·중복 규칙집 정리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0" y="5266944"/>
            <a:ext cx="54406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죽은 경로 3종, 깨진 링크 60여 건, AGENTS.md 정리, 브랜드 색 정본 확정.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6053328"/>
            <a:ext cx="10634472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5840" y="6181344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2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결과   </a:t>
            </a: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7개 → 약 27개 · 조건 1·3 대부분 해결    </a:t>
            </a:r>
            <a:r>
              <a:rPr sz="12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장점   </a:t>
            </a: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빠름    </a:t>
            </a:r>
            <a:r>
              <a:rPr sz="12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한계   </a:t>
            </a: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②(정보 갈라짐)가 그대로 남음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근본 해결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방식 B — “정본 하나 + 자동 감시”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방식 A를 포함하고, 여기에 “같은 내용이 두 곳에 존재할 수 없는 구조”를 더합니다.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9456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예시 — 브랜드 색이 갈라진 문제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560320"/>
            <a:ext cx="5120640" cy="960120"/>
          </a:xfrm>
          <a:prstGeom prst="rect">
            <a:avLst/>
          </a:prstGeom>
          <a:solidFill>
            <a:srgbClr val="FDEEEE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지금</a:t>
            </a:r>
          </a:p>
          <a:p>
            <a:pPr>
              <a:lnSpc>
                <a:spcPct val="140000"/>
              </a:lnSpc>
              <a:spcBef>
                <a:spcPts val="30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디자인시스템 #3DF69B  ·  마케팅 #4DE98B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각자 자기 문서에 적어둠 → 갈라짐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611880"/>
            <a:ext cx="5120640" cy="1143000"/>
          </a:xfrm>
          <a:prstGeom prst="rect">
            <a:avLst/>
          </a:prstGeom>
          <a:solidFill>
            <a:srgbClr val="ECFAF2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749039"/>
            <a:ext cx="46634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방식 B 적용 후</a:t>
            </a:r>
          </a:p>
          <a:p>
            <a:pPr>
              <a:lnSpc>
                <a:spcPct val="140000"/>
              </a:lnSpc>
              <a:spcBef>
                <a:spcPts val="30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두 저장소 모두 _core/브랜드 토큰.md 하나만 봄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값을 고치면 양쪽에 동시 반영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→ 애초에 두 값이 존재할 수 없음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2194560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구조 — 공통 정본을 각 저장소에 꽂아 넣습니다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2560320"/>
            <a:ext cx="5148072" cy="219456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724912"/>
            <a:ext cx="470916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cdbd-templates/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├─ _core/            ← 공통 정본 (자동 연결)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B0B0B0"/>
                </a:solidFill>
                <a:latin typeface="SF Mono"/>
                <a:ea typeface="SF Mono"/>
                <a:cs typeface="SF Mono"/>
              </a:rPr>
              <a:t>│   ├─ 브랜드 토큰.md    #3DF69B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B0B0B0"/>
                </a:solidFill>
                <a:latin typeface="SF Mono"/>
                <a:ea typeface="SF Mono"/>
                <a:cs typeface="SF Mono"/>
              </a:rPr>
              <a:t>│   ├─ 문서 작성 규칙.md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B0B0B0"/>
                </a:solidFill>
                <a:latin typeface="SF Mono"/>
                <a:ea typeface="SF Mono"/>
                <a:cs typeface="SF Mono"/>
              </a:rPr>
              <a:t>│   └─ 공통 스킬/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├─ CLAUDE.md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└─ 1. 작업 가이드/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4846320"/>
            <a:ext cx="514807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_core 폴더가 각 볼트 안에 실제로 들어가므로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옵시디언 링크도 되고 Claude도 읽습니다.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983480"/>
            <a:ext cx="51206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방식 A의 5가지를 전부 포함하고, 여기에</a:t>
            </a:r>
          </a:p>
          <a:p>
            <a:pPr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· 기능 82개 전부 스킬화 (일부 아닌 전부)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· 환경 셋업 자동화 스크립트 (한 줄 실행)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· 깨진 링크·어긋난 값 자동 점검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440680"/>
            <a:ext cx="51480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결과  7개 → 82개 전부 · 조건 1·2·3 모두 해결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장점  재발하지 않음 · 6개월 뒤에도 유지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한계  초기 작업량이 크고 팀 합의 필요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저장소 6개를 하나로 합치는 방식은 제외했습니다 — 고객 자료 저장소는 분리해서 관리해야 하기 때문입니다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구조도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cdbd-core를 만들면 파일이 이렇게 배치됩니다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새 저장소 1개를 만들고, 그 안의 내용을 5개 저장소 각각에 “_core” 폴더로 자동 연결합니다.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3977639" y="2148840"/>
            <a:ext cx="4233672" cy="13716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977639" y="2286000"/>
            <a:ext cx="4233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cdbd-core   (신규 저장소)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606040"/>
            <a:ext cx="42336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브랜드 토큰 · 문서 작성 규칙</a:t>
            </a:r>
          </a:p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공통 스킬 · 환경 셋업 스크립트</a:t>
            </a:r>
          </a:p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자동 점검 스크립트</a:t>
            </a:r>
          </a:p>
        </p:txBody>
      </p:sp>
      <p:sp>
        <p:nvSpPr>
          <p:cNvPr id="9" name="Rectangle 8"/>
          <p:cNvSpPr/>
          <p:nvPr/>
        </p:nvSpPr>
        <p:spPr>
          <a:xfrm>
            <a:off x="6062472" y="3520440"/>
            <a:ext cx="41148" cy="38404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3566160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자동 연결 (git submodule)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81328" y="3899915"/>
            <a:ext cx="9198864" cy="4114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460754" y="3941063"/>
            <a:ext cx="41148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1208" y="4251960"/>
            <a:ext cx="19202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1208" y="4370832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design-system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6656" y="4956048"/>
            <a:ext cx="1609344" cy="29260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" y="5020056"/>
            <a:ext cx="160934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" y="532180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60470" y="3941063"/>
            <a:ext cx="41148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820924" y="4251960"/>
            <a:ext cx="19202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20924" y="4370832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templates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76372" y="4956048"/>
            <a:ext cx="1609344" cy="29260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76372" y="5020056"/>
            <a:ext cx="160934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20924" y="532180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60186" y="3941063"/>
            <a:ext cx="41148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20640" y="4251960"/>
            <a:ext cx="19202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20640" y="4370832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marketing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76088" y="4956048"/>
            <a:ext cx="1609344" cy="29260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76088" y="5020056"/>
            <a:ext cx="160934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0640" y="532180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359901" y="3941063"/>
            <a:ext cx="41148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420355" y="4251960"/>
            <a:ext cx="19202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20355" y="4370832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design-service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575803" y="4956048"/>
            <a:ext cx="1609344" cy="29260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75803" y="5020056"/>
            <a:ext cx="160934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20355" y="532180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659617" y="3941063"/>
            <a:ext cx="41148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720072" y="4251960"/>
            <a:ext cx="19202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720072" y="4370832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makevu-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qrstp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875519" y="4956048"/>
            <a:ext cx="1609344" cy="29260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875519" y="5020056"/>
            <a:ext cx="160934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20072" y="532180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77240" y="5806440"/>
            <a:ext cx="10634472" cy="56692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1560" y="5961888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_core는 각 볼트 안에 실제 폴더로 들어갑니다. 그래서 옵시디언 위키링크도 되고 Claude도 읽습니다 — “볼트끼리 링크 불가” 제약을 우회합니다.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구조도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실제 폴더는 이렇게 바뀝니다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19072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지금 — cdbd-templates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084831"/>
            <a:ext cx="5120640" cy="306324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240280"/>
            <a:ext cx="470916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cdbd-templates/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├─ CLAUDE.md          131 KB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├─ AGENTS.md          94 KB  (구버전)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├─ .agents/           (깨진 복사본)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├─ .codex/            (깨진 복사본)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B0B0B0"/>
                </a:solidFill>
                <a:latin typeface="SF Mono"/>
                <a:ea typeface="SF Mono"/>
                <a:cs typeface="SF Mono"/>
              </a:rPr>
              <a:t>├─ .claude/skills/    스킬 5개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└─ 1. 작업 가이드/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    ├─ 1-3. 색상 팔레트.md   ← 여기 복사본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    └─ 1-4. 폰트.md          ← 여기 복사본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257800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· 규칙집 2권 + 깨진 복사본 2개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· 팔레트·폰트를 다른 저장소가 각자 또 복사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1719072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방식 B 적용 후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084831"/>
            <a:ext cx="5148072" cy="306324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2" y="2240280"/>
            <a:ext cx="4736592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cdbd-templates/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├─ _core/             ← 공통 정본 (자동 연결)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│   ├─ 브랜드 토큰.md      #3DF69B 단 하나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│   ├─ 색상 팔레트.md      70색 원본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│   ├─ 폰트.md            44종 원본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│   ├─ 문서 작성 규칙.md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│   └─ setup.sh           환경 한 번에 설치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├─ CLAUDE.md          150줄 (라우팅 표만)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├─ .claude/skills/    스킬 17개 (전부 등록)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└─ 1. 작업 가이드/     이 저장소 고유 문서만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5257800"/>
            <a:ext cx="514807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· 규칙집 1권 · 복사본 0개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· 팔레트·폰트는 _core 하나만 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5943600"/>
            <a:ext cx="10634472" cy="4572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6053328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브랜드 색을 바꿔야 하면 _core의 파일 하나만 고칩니다. 5개 저장소에 동시에 반영됩니다.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무엇이 달라지나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965960"/>
          <a:ext cx="10634472" cy="370332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234440"/>
                <a:gridCol w="3246120"/>
                <a:gridCol w="1828800"/>
                <a:gridCol w="2148840"/>
                <a:gridCol w="2176272"/>
              </a:tblGrid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조건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지금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방식 A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방식 B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 발견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Claude가 아는 기능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7 / 82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약 27 / 82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82 / 82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 발견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팀원이 문서 위치를 외워야 하나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외워야 함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일부만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몰라도 됨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 일관성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누가 시켜도 같은 결과가 나오나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아니오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대체로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 일관성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값이 또 갈라질 수 있나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갈라짐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가능성 남음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구조적으로 불가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 실행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다른 팀원 컴퓨터에서 돌아가나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안 됨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됨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됨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 실행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새 팀원이 혼자 셋업할 수 있나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불가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문서 보고 수동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스크립트 한 줄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문서가 늘어나도 유지되나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아니오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사람이 챙겨야 함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자동 점검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예상 작업량 · 팀 합의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작음 · 거의 불필요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큼 · 필요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77240" y="5806440"/>
            <a:ext cx="10634472" cy="56692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596188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권장: 방식 A를 저장소 1개에 먼저 시범 적용해 효과를 확인한 뒤, 방식 B로 확장하는 순서입니다.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⑤ 즉시 조치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어느 방식을 택하든, 지금 고쳐야 할 6가지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965960"/>
          <a:ext cx="10634472" cy="386791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640080"/>
                <a:gridCol w="4663440"/>
                <a:gridCol w="3657600"/>
                <a:gridCol w="1673352"/>
              </a:tblGrid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#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조치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긴급도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cdbd-design-service 공개 설정 점검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 자료가 인터넷에 공개돼 있음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🔴 오늘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그린 정본 확정 (#3DF69B / #4DE98B)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잘못된 값이 산출물에 사용 중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🔴 오늘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settings.json의 /Users/leesunho 경로 제거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다른 팀원 컴퓨터에서 무조건 실패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🟠 이번 주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4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gstack · blog-thumbnail 스킬을 저장소로 이관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팀원 간 결과가 달라지거나 실행 불가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🟠 이번 주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5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templates → design-system 주소 수정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저장소를 잇는 유일한 다리가 끊김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🟠 이번 주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ONBOARDING.md에 Claude 셋업 챕터 추가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새 팀원이 준비를 마칠 방법이 없음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🟡 이번 달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7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design-service 안내문 주소 9개 수정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 전체가 쓸모없는 상태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🟡 이번 달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저장소 3개 정리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헷갈리게 만드는 노이즈 제거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🟡 이번 달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1371600"/>
            <a:ext cx="10634472" cy="54864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마지막으로 — 우리는 이미 한 번 진단했습니다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606040"/>
            <a:ext cx="10634472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880360"/>
            <a:ext cx="99669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cdbd-design-system/docs/CdBd 에디터 문서 구축 계획.html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“팀원 A·B·C가 각자의 Claude에게 똑같이 부탁했을 때 같은 결과가 나오게”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“위키링크는 Claude에게 클릭이 아닙니다”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“CLAUDE.md 679바이트, 카드 문서 49개 언급 0줄”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617720"/>
            <a:ext cx="10607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진단도 처방도 이미 정확하게 나와 있었습니다. 그런데 채택률은 0%였습니다.</a:t>
            </a:r>
          </a:p>
          <a:p>
            <a:pPr>
              <a:lnSpc>
                <a:spcPct val="135000"/>
              </a:lnSpc>
              <a:spcBef>
                <a:spcPts val="800"/>
              </a:spcBef>
              <a:spcAft>
                <a:spcPts val="0"/>
              </a:spcAft>
            </a:pPr>
            <a:r>
              <a:rPr sz="16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이유는 그 계획서 자체가 HTML 파일 한 장이라 볼트 검색에서 빠져, 아무도 — Claude조차 — 읽지 못했기 때문입니다.</a:t>
            </a:r>
          </a:p>
          <a:p>
            <a:pPr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7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그래서 이번 제안에는 “자동 점검”이 반드시 포함되어야 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