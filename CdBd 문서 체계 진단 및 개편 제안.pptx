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82개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 –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7가지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 – 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 – 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 –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26장 · 20~25분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82개입니다.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GitHub 계정을 조회해보니 실제로는 9개였습니다.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383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45일 방치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3개는 문서 사이트를 만들려다 중단한 흔적입니다. 커밋 1개, CdBd 내용 0줄, 그중 2개는 완전히 동일한 중복본 — 쓸 수 있는 기능이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3개는 GitHub에만 있고 우리 컴퓨터에는 clone되어 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82개,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206546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6/17  ·  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0/12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82개 중 7개 (8.5%)  ·  나머지 75개는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②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⑥ 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저장소가 서로를 참조한 기록이 0건이라, 2개월 넘게 아무도 이 차이를 발견하지 못했습니다.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지금도 잘못된 색이 마케팅 산출물에 쓰이고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⑥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실제로 일을 하는 도구와 로그인 정보가 없으면 실행 자체가 안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1605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이런 것들도 확인됐습니다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53712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 — 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(design-service)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문서가 요구하는 스크립트 2개가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이선호님 컴퓨터에도 없습니다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—  auth.py · image_library.py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.env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파일(로그인 정보)은 5개 저장소 중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안내 파일조차 1개뿐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입니다.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Claude는 절차를 알아도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로그인부터 실패합니다.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~/.claude/skills, ~/.config/cdbd 실제 내용 확인 + settings.json 하드코딩 경로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⑦ 온보딩 문서에 “Claude”가 한 번도 안 나옵니다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ONBOARDING.md는 새 팀원이 따라 하는 유일한 셋업 문서입니다. 그런데 다루는 범위가 절반뿐입니다.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2286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다루고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SSH 키 만들기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GitHub 저장소 6개 받기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옵시디언 볼트 열기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obsidian-git 플러그인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충돌 났을 때 대처법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8600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빠져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Claude 설치·연결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Figma MCP 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gstack 등 도구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CdBd 로그인 정보 넣는 법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어느 폴더에서 Claude를 켜야 하는지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4472" cy="12801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2920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팀원은 문서대로 다 따라 해도, Claude로 일할 준비는 하나도 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7가지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1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볼트끼리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그린이 2개 값으로 분기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이사 간 주소가 그대로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죽은 경로 3종 · 깨진 링크 60여 건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규칙집이 2권인데 표지가 같음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⑦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온보딩에 Claude 절차가 없음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“Claude” 0회 언급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77840"/>
            <a:ext cx="10634472" cy="5486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7332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7개 중 4개는 하루 이틀이면 고칩니다. 진짜 어려운 건 ② 하나 — 그리고 그게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“여기에 이렇게 넣으세요” 안내.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27개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②(정보 갈라짐)가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82개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스크립트 (한 줄 실행)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82개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82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27 / 82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 / 82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