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 +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두 방식 비교와,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 – 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22장 · 15~20분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5120640" cy="21945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51760"/>
            <a:ext cx="4617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03120"/>
            <a:ext cx="5148072" cy="21945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2860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51760"/>
            <a:ext cx="4709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805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846320"/>
          <a:ext cx="10634471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1148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17336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76272"/>
          <a:ext cx="10634472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설정에 남의 컴퓨터 경로가 박혀 있습니다 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→ 다른 컴퓨터에선 매번 승인 팝업, 무인 실행은 멈춤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 저장소 밖 blog-thumbnail 스킬의 참조 6개가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온보딩 문서에는 이 절차가 하나도 없습니다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257800"/>
            <a:ext cx="10634472" cy="10058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404104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 · ~/.config/cdbd 실제 내용 확인 + settings.json 하드코딩 경로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A·B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방식 A·B 둘 다에 해당합니다. 차이는 몇 개를 만드느냐뿐입니다 — A는 자주 쓰는 약 20개, B는 96개 전부.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618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짧습니다 — 내용을 베끼지 않고 정본 문서를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768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219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128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 “이렇게 말하면 → 이걸 실행 → 정본 문서는 여기”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1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90087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62656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 QR 이벤트 제작, 룩북 시안, 카드뉴스 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12463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13048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도구·스킬을 저장소로 옮기고 열쇠 안내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1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gstack·blog-thumbnail을 git에. 로그인 정보는 .env.example로 안내. CdBd 전용 플러그인 마켓플레이스도 선택지.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8056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8114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526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17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ONBOARDING.md에 Claude 셋업 챕터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설치 → MCP 연결 → 도구 설치 → 로그인 정보 → 어느 폴더에서 켜는지.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4865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29437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2852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주소·링크·중복 규칙집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66944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경로 3종, 깨진 링크 60여 건, AGENTS.md 정리, 브랜드 색 정본 확정.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618134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7개 → 약 30개 · 조건 1·3 대부분 해결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빠름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③(정보 갈라짐)이 그대로 남음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A의 5가지를 전부 포함하고, 여기에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96개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환경 셋업 자동화 + 전용 플러그인 마켓플레이스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06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96개 전부 · 조건 1·2·3 모두 해결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