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10개 · 마크다운 문서 450여 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96개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 – 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5가지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 – 13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 – 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 – 22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22장 · 15~20분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실제로는 10개였습니다. (4개는 아무도 모르고 있던 것)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41985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git-sync-mustard73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옛 단일 볼트 잔재 (private)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1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4개는 아무도 안 쓰는 저장소입니다. Mintlify 3개는 문서 사이트를 만들려다 중단한 흔적(커밋 1개·CdBd 내용 0줄·2개는 완전 중복본), 맨 아래는 옛 볼트 잔재입니다.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Mintlify 3개는 GitHub에만 있고 우리 컴퓨터에 clone되어 있지 않습니다 · git-sync-mustard73은 이 컴퓨터 바탕화면에 남아 있습니다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3337560" cy="224028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450여 권의 문서가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74519"/>
            <a:ext cx="3337560" cy="224028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작업엔 이 문서를 봐라”는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874519"/>
            <a:ext cx="3337560" cy="224028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084831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방끼리 문이 잠겨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788920"/>
            <a:ext cx="2788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각자 베꼈고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안내판을 달아도 부족합니다 — 사람과 Claude가 문서를 읽는 방식이 다르기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5120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눌러서 열어봅니다.  ✓ 링크가 연결됨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54880"/>
            <a:ext cx="5148072" cy="123444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4937760"/>
            <a:ext cx="46177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가 보이면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그냥 글자로 읽고 지나갑니다.  ✗ 연결 안 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“위키링크는 Claude에게 클릭이 아닙니다” — 팀이 이미 작성해 둔 「CdBd 에디터 문서 구축 계획」에 있던 문장입니다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26개 중 썸네일 관련만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방끼리 막혀 정보가 갈라집니다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볼트를 6개로 일부러 나눴습니다. 사람에겐 괜찮지만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1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14600"/>
            <a:ext cx="5120640" cy="123444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514600"/>
            <a:ext cx="5148072" cy="123444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679192"/>
            <a:ext cx="4617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2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눈으로 뽑은 값 · 14곳에서 사용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없어 화면을 캡처해 색을 직접 뽑았습니다. 2개월간 아무도 몰랐습니다.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증거 2 — 안 여는 볼트는 몇 달씩 낡습니다 (오늘 제가 직접 당한 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645152"/>
            <a:ext cx="10634472" cy="13716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28032"/>
            <a:ext cx="10058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볼트가 GitHub보다 232커밋(45일) 뒤처져 있었습니다.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6/24 이후 안 열었더니 계속 낡았습니다.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그래서 제 보고서 3곳이 틀렸습니다.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사람도 Claude도 낡은 정보로 판단하게 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베껴 갔고, 둘 다 원본 번호가 틀려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정답이 두 개이고, 주소는 죽어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규칙집이 두 권인데 표지가 똑같습니다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2487168" cy="17373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· 7/24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21408"/>
            <a:ext cx="2487168" cy="17373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304288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· 7/23</a:t>
            </a:r>
          </a:p>
          <a:p>
            <a:pPr>
              <a:lnSpc>
                <a:spcPct val="155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변경 금지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보정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사규집이 두 권인데 한 권은 하루 전 버전이고,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표지에 그 표시가 없습니다.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AGENTS.md를 집어든 Claude는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최신 규칙 3개를 모른 채 작업합니다.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design-service에도 같은 구조가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755648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저장소를 잇는 유일한 다리는 죽은 주소입니다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121408"/>
            <a:ext cx="5148072" cy="114300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67712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2374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/Users/designer/…/cdbd-design-system/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62072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이 컴퓨터에 designer 라는 사용자는 없습니다.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401568"/>
            <a:ext cx="51480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 갔는데 지점 주소록을 안 고친 상태입니다.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찾아가면 “그런 폴더 없음”이 뜨고 그냥 포기합니다.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526280"/>
            <a:ext cx="5148072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690872"/>
            <a:ext cx="4709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복사본 폴더도 있는데, 기계 치환 과정에서 claude.ai/design 이 Codex.ai/design 으로 오염됐습니다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76272"/>
          <a:ext cx="10634472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— </a:t>
            </a: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 저장소 밖 blog-thumbnail 스킬의 참조 6개가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그런데 온보딩 문서에는 이 절차가 하나도 없습니다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257800"/>
            <a:ext cx="10634472" cy="10058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404104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SSH 키·git·옵시디언까지만 안내합니다. 새 팀원은 문서대로 다 따라 해도 Claude로 일할 준비가 되지 않습니다.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 · ~/.config/cdbd 실제 내용 확인 + settings.json 하드코딩 경로 추출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5가지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34471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색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정답이 2개이고 주소는 죽음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 · 죽은 경로 3종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(3대 수동)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59612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5개 중 3개는 하루 이틀이면 고칩니다. 진짜 어려운 건 ③ 하나입니다.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그리고 ③을 건드리느냐 마느냐가, 다음에 말씀드릴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③(정보 갈라짐)이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8가지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AGENTS.md 등 중복 규칙집 정리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낡은 규칙으로 작업하게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4개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※ 문서 체계와 별개로, cdbd-design-service의 GitHub 공개 설정 건은 따로 보고드렸습니다 (고객 자료 노출)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