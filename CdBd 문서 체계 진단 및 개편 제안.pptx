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 –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5가지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 –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질문 두 개로 나눠서 · 네 가지 안 총평 · 권장 구조도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 – 21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vs 권장안,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 –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24장 · 20분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37560" cy="224028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450여 권의 문서가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74519"/>
            <a:ext cx="3337560" cy="224028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작업엔 이 문서를 봐라”는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874519"/>
            <a:ext cx="3337560" cy="224028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방끼리 문이 잠겨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각자 베꼈고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안내판을 달아도 부족합니다 — 사람과 Claude가 문서를 읽는 방식이 다르기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눌러서 열어봅니다.  ✓ 링크가 연결됨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148072" cy="123444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그냥 글자로 읽고 지나갑니다.  ✗ 연결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“위키링크는 Claude에게 클릭이 아닙니다” — 팀이 이미 작성해 둔 「CdBd 에디터 문서 구축 계획」에 있던 문장입니다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안내문에 공통 뼈대가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폴더를 열자마자 자동으로 읽는 유일한 파일 — 신입에게 첫날 건네는 안내문입니다.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5120640" cy="21945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저장소마다 달라도 되는 것 —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651760"/>
            <a:ext cx="4617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design-system — 아이콘 · 컴포넌트 규칙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makevu-qrstp — QR 이벤트 제작 절차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design-service — 룩북 제작 프로세스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marketing — 썸네일 · 카드뉴스 규칙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이건 다른 게 정상이고, 그래야 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103120"/>
            <a:ext cx="5148072" cy="21945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어느 저장소든 있어야 하는 것 — 뼈대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651760"/>
            <a:ext cx="4709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기능 라우팅 표 “이렇게 말하면 → 이 스킬”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자기 저장소 스킬 소개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각주뿐 · 라우팅 0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선로드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쓰는 곳 4 중 2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세션 컨텍스트 작성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다른 저장소 참조 방법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 (죽은 주소)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안내문 내용 자체가 틀린 곳이 있습니다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846320"/>
          <a:ext cx="10634471" cy="1097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840480"/>
                <a:gridCol w="4050791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적힌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문서 표의 경로 9개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전부 옛 파일명 — 표 전체가 무용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“CdBd 디자인 시스템/MEMORY.md”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그런 폴더가 없음 (실제는 루트)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77240" y="6035040"/>
            <a:ext cx="10634472" cy="41148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6117336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해결은 “분량을 맞춰라”가 아닙니다. 뼈대(骨)는 공통으로 정하고, 내용(肉)은 저장소마다 다르게 — 이게 맞습니다.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방끼리 막혀 정보가 갈라집니다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볼트를 6개로 일부러 나눴습니다. 사람에겐 괜찮지만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1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5120640" cy="12344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148072" cy="12344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눈으로 뽑은 값 · 14곳에서 사용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없어 화면을 캡처해 색을 직접 뽑았습니다. 2개월간 아무도 몰랐습니다.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2 — 안 여는 볼트는 몇 달씩 낡습니다 (오늘 제가 직접 당한 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645152"/>
            <a:ext cx="10634472" cy="13716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28032"/>
            <a:ext cx="10058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볼트가 GitHub보다 232커밋(45일) 뒤처져 있었습니다.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6/24 이후 안 열었더니 계속 낡았습니다.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그래서 제 보고서 3곳이 틀렸습니다.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사람도 Claude도 낡은 정보로 판단하게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베껴 갔고, 둘 다 원본 번호가 틀려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정답이 두 개이고, 주소는 죽어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규칙집이 두 권인데 표지가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2487168" cy="17373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· 7/24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21408"/>
            <a:ext cx="2487168" cy="17373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· 7/23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보정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사규집이 두 권인데 한 권은 하루 전 버전이고,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표지에 그 표시가 없습니다.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AGENTS.md를 집어든 Claude는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최신 규칙 3개를 모른 채 작업합니다.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design-service에도 같은 구조가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556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저장소를 잇는 유일한 다리는 죽은 주소입니다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148072" cy="11430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6771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2374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/Users/designer/…/cdbd-design-system/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6207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이 컴퓨터에 designer 라는 사용자는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401568"/>
            <a:ext cx="5148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 갔는데 지점 주소록을 안 고친 상태입니다.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찾아가면 “그런 폴더 없음”이 뜨고 그냥 포기합니다.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526280"/>
            <a:ext cx="5148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690872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복사본 폴더도 있는데, 기계 치환 과정에서 claude.ai/design 이 Codex.ai/design 으로 오염됐습니다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76272"/>
          <a:ext cx="10634472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설정에 남의 컴퓨터 경로가 박혀 있습니다 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→ 다른 컴퓨터에선 매번 승인 팝업, 무인 실행은 멈춤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 저장소 밖 blog-thumbnail 스킬의 참조 6개가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그런데 온보딩 문서에는 이 절차가 하나도 없습니다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257800"/>
            <a:ext cx="10634472" cy="10058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404104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SSH 키·git·옵시디언까지만 안내합니다. 새 팀원은 문서대로 다 따라 해도 Claude로 일할 준비가 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 · ~/.config/cdbd 실제 내용 확인 + settings.json 하드코딩 경로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5가지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34471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공통 뼈대가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라우팅 표 0/5 · 스킬 소개 0 · 경로 오류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색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정답이 2개이고 주소는 죽음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 · 죽은 경로 3종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(3대 수동)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961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5개 중 3개는 하루 이틀이면 고칩니다. 진짜 어려운 건 ③ 하나입니다.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그리고 ③을 건드리느냐 마느냐가, 다음에 말씀드릴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 두 개로 나눠서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답하겠습니다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① 정본을 어디 두나   ·   ② Claude에게 어떻게 전달하나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모든 안의 공통 토대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634472" cy="38404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이건 뒤에 나올 모든 안에 공통으로 해당합니다. 차이는 “몇 개를 만드느냐”와 “어디에 두느냐”뿐입니다.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128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42032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6151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1546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8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2278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050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0782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8554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5608" y="49377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9286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 모르면 시작조차 못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128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542032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7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6151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31546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22007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2278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224528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 누가 시켜도 같은 절차로 진행됩니다.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800600"/>
            <a:ext cx="5148072" cy="141732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95604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9618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짧습니다 — 내용을 베끼지 않고 정본 문서를 가리키기만 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선택은 하나가 아니라, 질문 두 개입니다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“A안이냐 B안이냐”가 아니라, 서로 독립된 질문 두 개를 각각 답하는 문제입니다.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질문 2 →  Claude에게 어떻게 전달하나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2148840"/>
            <a:ext cx="3520440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0520" y="2231136"/>
            <a:ext cx="3520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각 저장소 .claude/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432304"/>
            <a:ext cx="3520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지금 방식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2148840"/>
            <a:ext cx="3520440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231136"/>
            <a:ext cx="3520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플러그인 마켓플레이스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432304"/>
            <a:ext cx="3520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볼트 밖에서 배포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질문 1 ↓  정본을 어디 두나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108960"/>
            <a:ext cx="3200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55264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정본에 손 안 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20440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상태 유지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3108960"/>
            <a:ext cx="3520440" cy="804672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0520" y="3364991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20" y="3108960"/>
            <a:ext cx="3520440" cy="804672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3364991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041648"/>
            <a:ext cx="3200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87952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_core submodule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453128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공통 정본을 각 볼트에 꽂음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4041648"/>
            <a:ext cx="3520440" cy="804672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60520" y="4297680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18120" y="4041648"/>
            <a:ext cx="3520440" cy="804672"/>
          </a:xfrm>
          <a:prstGeom prst="rect">
            <a:avLst/>
          </a:prstGeom>
          <a:solidFill>
            <a:srgbClr val="F2F0FF"/>
          </a:solidFill>
          <a:ln w="2286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20" y="4297680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974336"/>
            <a:ext cx="3200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120640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저장소 통합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385816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→ 2개로 합침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4974336"/>
            <a:ext cx="3520440" cy="804672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60520" y="5230368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18120" y="4974336"/>
            <a:ext cx="3520440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18120" y="5230368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(C+플러그인)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0350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지금까지 제가 보여드린 A·B는 왼쪽 열 안에서만 강약을 나눈 것이었습니다. 오른쪽 열이 통째로 빠져 있었습니다.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원인 ②③④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질문 1 — 정본을 어디 둘 것인가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색이 두 값으로 갈라진 문제를 어떻게 막을 것인가에 대한 답입니다.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48840"/>
            <a:ext cx="3337560" cy="37033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3317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손 안 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633472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지금처럼 각 저장소가 자기 사본을 가짐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36499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좋은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3593592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작업량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446227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걸리는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4690872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원인 ③이 그대로 남음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6개월 뒤 또 갈라짐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3271" y="5486400"/>
            <a:ext cx="283464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" y="553212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비추천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2148840"/>
            <a:ext cx="3337560" cy="3703320"/>
          </a:xfrm>
          <a:prstGeom prst="rect">
            <a:avLst/>
          </a:prstGeom>
          <a:solidFill>
            <a:srgbClr val="ECFAF2"/>
          </a:solidFill>
          <a:ln w="2286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3317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_core submodule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2633472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공통 정본 저장소 1개를 만들어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각 볼트에 _core/ 폴더로 꽂음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336499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좋은 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3593592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사람도 옵시디언에서 봄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값을 고치면 5곳에 동시 반영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고객 자료 분리 유지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152" y="446227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걸리는 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5152" y="4690872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팀원이 update를 잊으면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또 낡을 수 있음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45152" y="5486400"/>
            <a:ext cx="283464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5152" y="553212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◎ 권장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1000" y="2148840"/>
            <a:ext cx="3337560" cy="370332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7031" y="23317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저장소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1" y="2633472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→ 2개 (공개 1 + 고객 1)로 합침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031" y="336499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좋은 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7031" y="3593592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정본이 1개라 ②③④가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구조적으로 소멸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7031" y="446227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걸리는 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4690872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볼트 730MB+ · 옵시디언 성능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고객 자료 권한 분리 약화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왜 나눴는지 기록이 없음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57031" y="5486400"/>
            <a:ext cx="283464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553212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△ 보류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9893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통합(C)을 보류로 둔 결정적 이유 — 2026-05에 정확히 반대로 결정한 사안인데, MIGRATION.md에 “왜 나눴는지”가 적혀 있지 않습니다.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원인 ①⑤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질문 2 — Claude에게 어떻게 전달할 것인가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맨 바깥에서 켜면 0개인 문제와, 3대에 손으로 맞춰야 하는 문제에 대한 답입니다.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48840"/>
            <a:ext cx="516636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591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 저장소 .claude/ 에 넣기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7004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방식 · 저장소마다 스킬을 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1752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좋은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46120"/>
            <a:ext cx="46177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저장소를 열면 그 저장소 스킬이 보임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옵시디언에서 사람도 파일을 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43484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걸리는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645152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맨 바깥(허브)에서 켜면 여전히 0개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새 저장소를 만들면 또 처음부터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3대에 clone·설치를 수동 반복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304288"/>
            <a:ext cx="13716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350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◐ 부분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5352" y="2148840"/>
            <a:ext cx="5166360" cy="3429000"/>
          </a:xfrm>
          <a:prstGeom prst="rect">
            <a:avLst/>
          </a:prstGeom>
          <a:solidFill>
            <a:srgbClr val="ECFAF2"/>
          </a:solidFill>
          <a:ln w="2286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23591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플러그인 마켓플레이스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67004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 전용 플러그인 저장소 1개를 만들어 배포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301752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좋은 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3246120"/>
            <a:ext cx="46177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어느 폴더에서 켜도 보임 — 허브·신규 저장소 포함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스킬·에이전트·Figma MCP 설정까지 한 번에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팀원은 1회 설치, 업데이트는 자동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443484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걸리는 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645152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사람이 옵시디언에서 못 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→ 스킬을 두껍게 쓰면 볼트 문서와 또 갈라짐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5792" y="2304288"/>
            <a:ext cx="13716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5792" y="235000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◎ 권장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715000"/>
            <a:ext cx="10634472" cy="621792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81558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팀원이 하는 일은 이 한 줄이 전부입니다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35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/plugin marketplace add CdBd-in/cdbd-plugin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플러그인 하나에 skills · agents · commands · .mcp.json(Figma 연결)을 전부 담을 수 있습니다 — 공식 마켓플레이스 구조로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총평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 가지 안 — 무엇을 왜 추천하지 않는가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11680"/>
          <a:ext cx="10634472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77240"/>
                <a:gridCol w="2560320"/>
                <a:gridCol w="2011680"/>
                <a:gridCol w="5285232"/>
              </a:tblGrid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조합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해결하는 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판정과 이유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손 안 댐 × 저장소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 ② ④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1단계로만  ·  원인 ③이 남아 6개월 뒤 재발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_core × 저장소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 ② ③ ④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절반  ·  허브는 여전히 0개, 3대 배포가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× 저장소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 ② ③ ④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보류  ·  볼트 730MB+, 고객 자료 분리 약화, 분리 이유 미기록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손 안 댐 × 플러그인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 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절반  ·  ③④ 미해결, 스킬이 볼트 밖이라 또 갈라질 위험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권장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_core × 플러그인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 ② ③ ④ ⑤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◎ 정본은 볼트 안에 두고, 스킬만 밖에서 배포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4937760"/>
            <a:ext cx="10634472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120640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권장안이 A~D의 단점을 어떻게 피하는가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정본(브랜드 토큰 · 문서 규칙)은 _core로 볼트 안에 → 사람이 옵시디언에서 봄  (D안의 약점 회피)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스킬은 얇게 만들어 플러그인으로 배포하고 _core 문서를 가리키기만 함 → 볼트 밖에 지식이 쌓이지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A는 버리는 안이 아니라 “1단계”입니다 — 권장안으로 가는 길에 어차피 거쳐야 하는 작업입니다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권장안을 적용하면 이렇게 배치됩니다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 폴더는 이렇게 바뀝니다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권장안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 — 지금 · 1단계만 · 권장안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 했을 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권장안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플러그인 설치 1회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 순서: A(1단계)를 저장소 1개에 먼저 적용해 효과를 확인한 뒤, _core + 플러그인으로 확장합니다.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8가지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컴퓨터에선 매번 승인 팝업 · 무인 실행 멈춤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AGENTS.md 등 중복 규칙집 정리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낡은 규칙으로 작업하게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4개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※ 문서 체계와 별개로, cdbd-design-service의 GitHub 공개 설정 건은 따로 보고드렸습니다 (고객 자료 노출)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