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선택지 A~D · 추천안 · 적용하면 파일이 어떻게 바뀌나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추천안,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22장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선택지 네 가지와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 추천을 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무엇이 있나   →   무엇을 고를까   →   파일이 어떻게 바뀌나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선택지는 네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먼저 각각이 무엇인지만 보시겠습니다. 추천은 다음 장에서 말씀드립니다.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안내판 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 그대로 두고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저장소가 스스로를 설명하게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CLAUDE.md를 라우팅 표로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자주 쓰는 기능 20개 스킬 등록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깨진 주소·링크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② 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정본 만들기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토큰·문서 규칙을 담은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저장소를 신설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각 볼트에 _core/ 폴더로 꽂음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 하나 고치면 5곳 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194560"/>
            <a:ext cx="2487168" cy="35204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7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저장소 합치기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통합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(공개 1 + 고객 자료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1개가 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간 링크가 전부 작동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B의 대안 — 같이 쓰진 않음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5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1655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③ 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7111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7111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3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1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플러그인으로 배포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만들어 스킬을 볼트 밖에서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MCP 설정까지 한 번에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9788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0760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A는 어느 길로 가든 해야 하는 기본 정리 ·  B와 C는 “정본을 어떻게 하나”의 두 대안(택일) ·  D는 “어떻게 전달하나”라 따로 더할 수 있음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저는 A + B + D 를 추천합니다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정리(A) 위에, 정본은 _core로 묶고(B), 전달은 플러그인으로(D). C는 보류합니다.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2743200" cy="114300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안내판·스킬·링크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 단일화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+ _core/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밖 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cdbd-plugin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148840"/>
            <a:ext cx="1444752" cy="1143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39572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33472"/>
            <a:ext cx="1444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①②③④⑤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944368"/>
            <a:ext cx="1444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왜 하나만으로는 안 되나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77240" y="3840480"/>
          <a:ext cx="10634472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949440"/>
                <a:gridCol w="2587752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단독으로 쓰면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그래서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③(정보 갈라짐)이 그대로 → 6개월 뒤 또 갈라짐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바깥에서 켜면 여전히 0개 · 3대에 수동 설치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③④ 미해결 ·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77240" y="5504688"/>
            <a:ext cx="10634472" cy="8686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62356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C안(저장소 합치기)을 보류한 이유 — 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730MB+ · 고객 자료 권한 분리 약화 ·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2026-05에 정확히 반대로 결정한 사안인데 “왜 나눴는지”가 기록에 없습니다.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이유를 모른 채 되돌리면 그때 문제가 재발할 수 있어, 근거가 확인되기 전까지는 B로 갑니다.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① 전체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저장소를 2개 만듭니다 — 정본을 담는 cdbd-core(B안)와, 스킬을 나르는 cdbd-plugin(D안).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084831"/>
            <a:ext cx="4233672" cy="120700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19456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  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87168"/>
            <a:ext cx="4233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자산 · 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291840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3101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598164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285232"/>
            <a:ext cx="10634472" cy="658368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3766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D안  cdbd-plugin   (신규 저장소)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614416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 · 에이전트 · Figma MCP 설정  →  팀원이 1회 설치하면 위 5개 저장소는 물론 허브·신규 저장소까지 어디서 켜도 자동 로드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0533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볼트 안에 실제 폴더로 들어가 사람도 봅니다. 플러그인은 볼트 밖에서 스킬만 나릅니다 — 둘의 역할이 다릅니다.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② 실제 폴더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추천안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추천안 A+B+D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A를 저장소 1개에 먼저 적용해 효과를 확인한 뒤,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