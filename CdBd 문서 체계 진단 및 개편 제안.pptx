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추천(A+D) · D안이 필요한 이유 · 적용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21장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팀원 컴퓨터를 맞추는 절차가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그런데 각자 컴퓨터에 갖춰야 할 4가지가 있고, 넷 다 성격이 다릅니다.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3063240"/>
                <a:gridCol w="274320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해야 할 일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  (git 밖)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우리 자산인데 밖에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저장소로 이관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외부 프로젝트 garrytan/gstack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남의 저장소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비밀번호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.env.example로 안내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 (개인 설정)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설정 파일 — 넣어도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.mcp.json 커밋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 안에 만든 스킬 6종은 git에 정상 저장돼 있습니다. 문제는 “못 넣는 것”과 “안 넣은 것”이 섞여 있다는 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이 절차가 어디에도 적혀 있지 않습니다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937760"/>
            <a:ext cx="10634472" cy="10241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Claude가 절차를 다 알아도 로그인 단계에서 막힙니다.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권한 설정에 /Users/leesunho 경로가 박혀 있어, 다른 컴퓨터에선 매번 승인 팝업이 뜨고 무인 실행(매일 20시)은 멈춥니다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전달은 플러그인으로(D). B와 C는 지금은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3611880" cy="118872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 · 스킬 · 링크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브랜드 값 1회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5786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79" y="2121408"/>
            <a:ext cx="3611880" cy="1188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49424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46888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98064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값 어긋남 자동 점검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2121408"/>
            <a:ext cx="2679192" cy="11887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2286000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505456"/>
            <a:ext cx="2679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862072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(③은 자동 점검으로 관리)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3840480"/>
          <a:ext cx="10634472" cy="1371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 · 새 저장소마다 반복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안내문·깨진 주소가 그대로 · 스킬이 가리킬 정본 문서가 정리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77240" y="53492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B와 C를 지금 하지 않는 이유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687568"/>
            <a:ext cx="2377440" cy="384048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7698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B  공통 정본 만들기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669280"/>
            <a:ext cx="8074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submodule은 obsidian-git 기본값이 꺼져 있어(updateSubmodules: false) 팀원이 직접 명령을 쳐야 합니다.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“잊으면 낡는” 함정을 하나 더 만드는 셈입니다. 게다가 실제 공유 대상은 팔레트·폰트 2~3개뿐이고, 정본 값은 D가 실어 나를 수 있습니다.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144768"/>
            <a:ext cx="2377440" cy="384048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62270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  저장소 합치기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6126480"/>
            <a:ext cx="8074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2026-05에 정확히 반대로 결정한 사안인데 “왜 나눴는지”가 기록에 없습니다.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B가 정말 필요해지면 submodule 말고 git subtree를 쓰면 됩니다 — 팀원은 아무 명령도 칠 필요가 없습니다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D안(플러그인)까지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A안으로 저장소를 아무리 잘 정리해도, 저장소 안에 넣는 방식만으로는 남는 문제가 셋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7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저장소에 넣어도 “그 저장소에서 켤 때”만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cdbd-templates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스킬 5개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맨 바깥 design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새 저장소를 만들면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또 처음부터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258568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4144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폴더에 묶이지 않습니다 — 어디서 켜도 로드됩니다.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11296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118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3872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3대 × 6저장소를 손으로 맞춰야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58768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이번 조사에서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marketing 볼트 45일 낡음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submodule도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update를 잊으면 같은 일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한 대라도 빠지면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 컴퓨터에서만 조용히 실패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3557015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39896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마켓플레이스에서 자동으로 최신본을 받습니다.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9744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3717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git에 넣으면 안 되는 것도 함께 나릅니다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57216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gstack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남의 저장소라 커밋 불가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Figma MCP 설정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지금은 개인 설정에만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스킬·에이전트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저장소마다 흩어져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4855464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5038344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 을 묶어 배포합니다.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72200"/>
            <a:ext cx="10634472" cy="4572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62819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팀원이 하는 일은 이 한 줄이 전부입니다      </a:t>
            </a: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/plugin marketplace add CdBd-in/cdbd-plugin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이렇게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새로 만드는 저장소는 cdbd-plugin 하나뿐입니다. 기존 6개 저장소의 구조는 바뀌지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2121408"/>
            <a:ext cx="5056632" cy="14173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249424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cdbd-plugin   (신규 저장소 1개)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5056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 · 에이전트 · commands</a:t>
            </a:r>
          </a:p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.mcp.json (Figma 연결)</a:t>
            </a:r>
          </a:p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정본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76188" y="3538728"/>
            <a:ext cx="41148" cy="347472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356616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팀원이 1회 설치  →  이후 자동 동기화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86200"/>
            <a:ext cx="9198864" cy="41148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0470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20924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20924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0924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60186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0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59901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0355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0355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0355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9617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20072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072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94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＋  맨 바깥 design(허브) · 앞으로 만들 새 저장소에서도 똑같이 로드됩니다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779008"/>
            <a:ext cx="5120640" cy="56692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5870448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A안이 하는 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 저장소의 안내문·깨진 주소 정리 + 브랜드 값 1회 통일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5779008"/>
            <a:ext cx="5148072" cy="566928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870448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자동 점검이 하는 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문서 값이 정본과 어긋나면 바로 잡아냄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2개월간 몰랐음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점검이 하루 만에 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중간 · 신규 저장소 1개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D(플러그인)로 확장합니다. B는 공유 문서가 늘면 그때 재검토합니다.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38528"/>
          <a:ext cx="10634472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 이관 · gstack 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7725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1·2번은 오늘, 3~5번은 이번 주, 6~8번은 이번 달 안에 처리하면 됩니다.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뒤에 A안을 저장소 1개에 시범 적용해보고, 효과가 확인되면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