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 –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7가지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 – 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 – 24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 – 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27장 · 20~25분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②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⑥ 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최신 데이터로 다시 확인했는데 — 마케팅 저장소에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#3DF69B는 0건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#4DE98B가 14곳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에서 정본으로 쓰이고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일부 문서만 낡은 게 아니라,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저장소 전체가 잘못된 색을 정답으로 삼고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보충 — 안 여는 볼트는 몇 달씩 낡습니다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이건 오늘 조사하다가 제가 직접 당한 일입니다. 그리고 제 보고서 일부를 틀리게 만들었습니다.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10634472" cy="13258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볼트는 GitHub보다 232커밋 뒤처져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로컬 마지막 작업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2026-06-25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↔   실제 최신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2026-08-05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=  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45일 격차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이 볼트를 6/24 이후 안 열었더니 계속 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 결과 제 보고서에서 이 3가지가 틀렸습니다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160520"/>
          <a:ext cx="10634472" cy="16093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6062472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제가 보고드렸던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(최신 데이터)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cdbd-marketing은 45일째 방치돼 있다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활발히 작업 중 — 4일 전에도 커밋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저장소에는 스킬이 0개다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impeccable 스킬이 있음 (단 CdBd 고유 스킬은 여전히 0개)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컨텍스트 파일명 20개가 전부 규칙 위반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대부분 이미 고쳐짐 — 실제 위반은 1건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77240" y="5888736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601675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팀원이 안 여는 볼트는 조용히 낡습니다. 사람도 Claude도 낡은 정보로 판단하게 됩니다 — 제가 방금 그랬듯이.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26개 중 썸네일 관련만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⑥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 4가지를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이런 것들도 확인됐습니다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 — 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(design-service)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문서가 요구하는 스크립트 2개가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이선호님 컴퓨터에도 없습니다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—  auth.py · image_library.py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.env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파일(로그인 정보)은 5개 저장소 중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안내 파일조차 1개뿐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입니다.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재편했더니, 저장소 밖에 있던 blog-thumbnail 스킬의 참조 6개가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Claude는 절차를 알아도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로그인부터 실패합니다.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~/.claude/skills, ~/.config/cdbd 실제 내용 확인 + settings.json 하드코딩 경로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⑦ 온보딩 문서에 “Claude”가 한 번도 안 나옵니다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ONBOARDING.md는 새 팀원이 따라 하는 유일한 셋업 문서입니다. 그런데 다루는 범위가 절반뿐입니다.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2286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다루고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SSH 키 만들기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GitHub 저장소 6개 받기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옵시디언 볼트 열기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obsidian-git 플러그인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충돌 났을 때 대처법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빠져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Claude 설치·연결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Figma MCP 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gstack 등 도구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CdBd 로그인 정보 넣는 법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어느 폴더에서 Claude를 켜야 하는지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4472" cy="12801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2920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팀원은 문서대로 다 따라 해도, Claude로 일할 준비는 하나도 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7가지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1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볼트끼리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이사 간 주소가 그대로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죽은 경로 3종 · 깨진 링크 60여 건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규칙집이 2권인데 표지가 같음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 (3대 수동 동기화)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⑦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온보딩에 Claude 절차가 없음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“Claude” 0회 언급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778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7332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7개 중 4개는 하루 이틀이면 고칩니다. 진짜 어려운 건 ② 하나 — 그리고 그게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안내. CdBd 전용 플러그인 마켓플레이스도 선택지.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②(정보 갈라짐)가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