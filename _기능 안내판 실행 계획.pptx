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164592" cy="96012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74519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Apple SD Gothic Neo"/>
              </a:rPr>
              <a:t>CdBd 기능 안내판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128016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1B2432"/>
                </a:solidFill>
                <a:latin typeface="Apple SD Gothic Neo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3063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3DF69B"/>
                </a:solidFill>
                <a:latin typeface="Apple SD Gothic Neo"/>
              </a:rPr>
              <a:t>목표 — 어느 팀원이 Claude에게 CdBd 기능을 시켜도, 다 알고 제대로 동작한다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C7CFDA"/>
                </a:solidFill>
                <a:latin typeface="Apple SD Gothic Neo"/>
              </a:rPr>
              <a:t>‘안내판’은 그 목표를 이루기 위한 방법입니다. 필요하면 스킬·플러그인까지 함께 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5989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실행 계획  ·  2026-08-11  ·  후속 문서: 「CdBd 문서 체계 진단 및 개편 제안」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요약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한 장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109728" cy="676656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698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프로젝트 목표는 '기능을 다 알고 다 되게'.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어느 팀원의 Claude든 CdBd 기능을 알고 실행. 지금은 96개 중 7개만 발견(7.3%).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79"/>
            <a:ext cx="109728" cy="676656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10698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그 방법으로 '안내판'을 만듭니다.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무슨 기능이 → 어느 파일 어느 섹션에 있는지 매핑.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01568"/>
            <a:ext cx="109728" cy="676656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74136"/>
            <a:ext cx="10698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스킬·플러그인도 필요하면 적용합니다.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안내판도 스킬도 목적이 아니라 수단. 상황에 맞게 씁니다.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34256"/>
            <a:ext cx="109728" cy="676656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06824"/>
            <a:ext cx="10698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먼저 CdBd 기능을 제품 영역별로 분류합니다.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에디터 · 어드민 · 내 페이지(통계·데이터). Figma 작업은 제외.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66944"/>
            <a:ext cx="109728" cy="676656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39512"/>
            <a:ext cx="10698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저장소 1곳부터 만들어 '작동'을 확인한 뒤 확산합니다.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문서를 늘리는 게 아니라 실제로 동작하는지를 기준으로.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분류 ·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CdBd 기능을 '제품 영역'으로 나눕니다  (Figma 작업 제외)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10515600" cy="96926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9728" cy="969264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572768"/>
            <a:ext cx="3383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2432"/>
                </a:solidFill>
                <a:latin typeface="Apple SD Gothic Neo"/>
              </a:rPr>
              <a:t>① 에디터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581912"/>
            <a:ext cx="6675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B2432"/>
                </a:solidFill>
                <a:latin typeface="Apple SD Gothic Neo"/>
              </a:rPr>
              <a:t>cdbd.in/editor — 페이지·카드·이미지 라이브러리·URL/게시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CdBd 기능의 핵심 · 대부분 여기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23744"/>
            <a:ext cx="10515600" cy="96926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523744"/>
            <a:ext cx="109728" cy="969264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33472"/>
            <a:ext cx="3383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2432"/>
                </a:solidFill>
                <a:latin typeface="Apple SD Gothic Neo"/>
              </a:rPr>
              <a:t>② 어드민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642615"/>
            <a:ext cx="6675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B2432"/>
                </a:solidFill>
                <a:latin typeface="Apple SD Gothic Neo"/>
              </a:rPr>
              <a:t>템플릿 등록·상세페이지·운영 설정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templates 저장소 중심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84448"/>
            <a:ext cx="10515600" cy="96926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584448"/>
            <a:ext cx="109728" cy="969264"/>
          </a:xfrm>
          <a:prstGeom prst="rect">
            <a:avLst/>
          </a:prstGeom>
          <a:solidFill>
            <a:srgbClr val="D8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694176"/>
            <a:ext cx="3383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2432"/>
                </a:solidFill>
                <a:latin typeface="Apple SD Gothic Neo"/>
              </a:rPr>
              <a:t>③ 내 페이지 (대시보드)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703320"/>
            <a:ext cx="6675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B2432"/>
                </a:solidFill>
                <a:latin typeface="Apple SD Gothic Neo"/>
              </a:rPr>
              <a:t>내 페이지 목록 · 페이지별 통계·데이터(방문 등)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84545"/>
                </a:solidFill>
                <a:latin typeface="Apple SD Gothic Neo"/>
              </a:rPr>
              <a:t>⚠️ 현재 팀 문서 거의 공백 — 확인 필요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45152"/>
            <a:ext cx="10515600" cy="969264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645152"/>
            <a:ext cx="109728" cy="969264"/>
          </a:xfrm>
          <a:prstGeom prst="rect">
            <a:avLst/>
          </a:prstGeom>
          <a:solidFill>
            <a:srgbClr val="6B74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754880"/>
            <a:ext cx="3383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2432"/>
                </a:solidFill>
                <a:latin typeface="Apple SD Gothic Neo"/>
              </a:rPr>
              <a:t>④ (지원) 디자인 시스템·토큰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764024"/>
            <a:ext cx="6675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B2432"/>
                </a:solidFill>
                <a:latin typeface="Apple SD Gothic Neo"/>
              </a:rPr>
              <a:t>색·폰트·아이콘·카드 스펙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조회·적용 (제작 아님)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84545"/>
                </a:solidFill>
                <a:latin typeface="Apple SD Gothic Neo"/>
              </a:rPr>
              <a:t>제외:  </a:t>
            </a:r>
            <a:r>
              <a:rPr sz="1150" b="0">
                <a:solidFill>
                  <a:srgbClr val="6B7484"/>
                </a:solidFill>
                <a:latin typeface="Apple SD Gothic Neo"/>
              </a:rPr>
              <a:t>Figma 드로잉(시안·초안·템플릿 제작) · 마케팅 · 메모리/운영 · makevu(다른 제품)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분류 · 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① 에디터 — 4개 하위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0515600" cy="932688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417320"/>
            <a:ext cx="457200" cy="932688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3DF69B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517904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페이지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517904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484"/>
                </a:solidFill>
                <a:latin typeface="Apple SD Gothic Neo"/>
              </a:rPr>
              <a:t>멀티페이지 생성(380×580) · 페이지 추가/순서 · 설정(사이즈·넘김효과·테마·스크롤 애니메이션)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441448"/>
            <a:ext cx="10515600" cy="932688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441448"/>
            <a:ext cx="457200" cy="932688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41448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3DF69B"/>
                </a:solidFill>
                <a:latin typeface="Apple SD Gothic Ne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542032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542032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484"/>
                </a:solidFill>
                <a:latin typeface="Apple SD Gothic Neo"/>
              </a:rPr>
              <a:t>기본 13종 + 2단 6종 카드 추가·편집 · 디자인 보드 옵션(배경·테두리·여백) · 링크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465576"/>
            <a:ext cx="10515600" cy="932688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465576"/>
            <a:ext cx="457200" cy="932688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465576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3DF69B"/>
                </a:solidFill>
                <a:latin typeface="Apple SD Gothic Ne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566160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이미지 라이브러리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566160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484"/>
                </a:solidFill>
                <a:latin typeface="Apple SD Gothic Neo"/>
              </a:rPr>
              <a:t>cdbd.in 「이미지 추가하기 → 내 이미지」 자산 관리 — 카드·배경 이미지는 반드시 여기 업로드 경유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489704"/>
            <a:ext cx="10515600" cy="932688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489704"/>
            <a:ext cx="457200" cy="932688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89704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3DF69B"/>
                </a:solidFill>
                <a:latin typeface="Apple SD Gothic Ne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590288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URL · 게시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590288"/>
            <a:ext cx="6812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484"/>
                </a:solidFill>
                <a:latin typeface="Apple SD Gothic Neo"/>
              </a:rPr>
              <a:t>상단 우측 「URL 생성하기」 → 슬러그(페이지 주소) · OG(썸네일·제목·설명) · 비밀번호 · 상단 메뉴 → 게시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B2432"/>
                </a:solidFill>
                <a:latin typeface="Apple SD Gothic Neo"/>
              </a:rPr>
              <a:t>‘CdBd 콘텐츠 등록’은 이 4개를 순서대로 쓰는 전체 워크플로우입니다 (다음 장).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분류 · 용어 정리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헷갈리기 쉬운 4가지 — 정확히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0515600" cy="1078992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527048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84545"/>
                </a:solidFill>
                <a:latin typeface="Apple SD Gothic Neo"/>
              </a:rPr>
              <a:t>Q.  </a:t>
            </a:r>
            <a:r>
              <a:rPr sz="1300" b="1">
                <a:solidFill>
                  <a:srgbClr val="1B2432"/>
                </a:solidFill>
                <a:latin typeface="Apple SD Gothic Neo"/>
              </a:rPr>
              <a:t>‘CdBd 콘텐츠 등록’ = 빈 페이지 만들기?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2024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3DF69B"/>
                </a:solidFill>
                <a:latin typeface="Apple SD Gothic Neo"/>
              </a:rPr>
              <a:t>A.  </a:t>
            </a:r>
            <a:r>
              <a:rPr sz="1200" b="0">
                <a:solidFill>
                  <a:srgbClr val="6B7484"/>
                </a:solidFill>
                <a:latin typeface="Apple SD Gothic Neo"/>
              </a:rPr>
              <a:t>아닙니다. 디자인 내보내기 이미지를 에디터에 멀티페이지·카드로 등록하고 URL까지 게시하는 전체 7단계 워크플로우. → 에디터 중심 작업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87752"/>
            <a:ext cx="10515600" cy="1078992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97480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84545"/>
                </a:solidFill>
                <a:latin typeface="Apple SD Gothic Neo"/>
              </a:rPr>
              <a:t>Q.  </a:t>
            </a:r>
            <a:r>
              <a:rPr sz="1300" b="1">
                <a:solidFill>
                  <a:srgbClr val="1B2432"/>
                </a:solidFill>
                <a:latin typeface="Apple SD Gothic Neo"/>
              </a:rPr>
              <a:t>‘URL 게시’는 어디서?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90672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3DF69B"/>
                </a:solidFill>
                <a:latin typeface="Apple SD Gothic Neo"/>
              </a:rPr>
              <a:t>A.  </a:t>
            </a:r>
            <a:r>
              <a:rPr sz="1200" b="0">
                <a:solidFill>
                  <a:srgbClr val="6B7484"/>
                </a:solidFill>
                <a:latin typeface="Apple SD Gothic Neo"/>
              </a:rPr>
              <a:t>맞습니다, 에디터 기능. 상단 우측 「URL 생성하기」 → 「URL 정보 편집」 모달에서 슬러그·게시.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758184"/>
            <a:ext cx="10515600" cy="1078992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67912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84545"/>
                </a:solidFill>
                <a:latin typeface="Apple SD Gothic Neo"/>
              </a:rPr>
              <a:t>Q.  </a:t>
            </a:r>
            <a:r>
              <a:rPr sz="1300" b="1">
                <a:solidFill>
                  <a:srgbClr val="1B2432"/>
                </a:solidFill>
                <a:latin typeface="Apple SD Gothic Neo"/>
              </a:rPr>
              <a:t>‘이미지 라이브러리’는 무슨 기능?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611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3DF69B"/>
                </a:solidFill>
                <a:latin typeface="Apple SD Gothic Neo"/>
              </a:rPr>
              <a:t>A.  </a:t>
            </a:r>
            <a:r>
              <a:rPr sz="1200" b="0">
                <a:solidFill>
                  <a:srgbClr val="6B7484"/>
                </a:solidFill>
                <a:latin typeface="Apple SD Gothic Neo"/>
              </a:rPr>
              <a:t>cdbd.in의 내 이미지 자산 보관·관리 공간. 카드·배경 이미지는 반드시 여기 업로드를 경유해야 UI에서 관리(이름변경·삭제·재선택) 가능.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928616"/>
            <a:ext cx="10515600" cy="1078992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38344"/>
            <a:ext cx="10149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84545"/>
                </a:solidFill>
                <a:latin typeface="Apple SD Gothic Neo"/>
              </a:rPr>
              <a:t>Q.  </a:t>
            </a:r>
            <a:r>
              <a:rPr sz="1300" b="1">
                <a:solidFill>
                  <a:srgbClr val="1B2432"/>
                </a:solidFill>
                <a:latin typeface="Apple SD Gothic Neo"/>
              </a:rPr>
              <a:t>‘OG’는 어디서?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31536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3DF69B"/>
                </a:solidFill>
                <a:latin typeface="Apple SD Gothic Neo"/>
              </a:rPr>
              <a:t>A.  </a:t>
            </a:r>
            <a:r>
              <a:rPr sz="1200" b="0">
                <a:solidFill>
                  <a:srgbClr val="6B7484"/>
                </a:solidFill>
                <a:latin typeface="Apple SD Gothic Neo"/>
              </a:rPr>
              <a:t>맞습니다, 에디터 기능. 「URL 정보 편집」 모달에서 등록하는 공유 카드(썸네일·제목·설명). 멀티페이지 전체에 1개.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현황 · 실측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현재 문서는 각 영역을 얼마나 다루나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011680"/>
                <a:gridCol w="1737360"/>
                <a:gridCol w="20116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영역 / 키워드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design-system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templates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design-service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진단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에디터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34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80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19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풍부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어드민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0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27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templates 집중 · 나머지 공백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게시·슬러그(URL)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8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13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15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design-service 집중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2432"/>
                          </a:solidFill>
                          <a:latin typeface="Apple SD Gothic Neo"/>
                        </a:rPr>
                        <a:t>Supabase(데이터 연동)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0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3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12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design-service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D84545"/>
                          </a:solidFill>
                          <a:latin typeface="Apple SD Gothic Neo"/>
                        </a:rPr>
                        <a:t>통계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D84545"/>
                          </a:solidFill>
                          <a:latin typeface="Apple SD Gothic Neo"/>
                        </a:rPr>
                        <a:t>17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D84545"/>
                          </a:solidFill>
                          <a:latin typeface="Apple SD Gothic Neo"/>
                        </a:rPr>
                        <a:t>9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D84545"/>
                          </a:solidFill>
                          <a:latin typeface="Apple SD Gothic Neo"/>
                        </a:rPr>
                        <a:t>0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D84545"/>
                          </a:solidFill>
                          <a:latin typeface="Apple SD Gothic Neo"/>
                        </a:rPr>
                        <a:t>얇음 · 성격 확인 필요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98348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숫자 = 해당 단어가 등장하는 .md 파일 수 (grep 실측, 2026-08-11).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DF69B"/>
                </a:solidFill>
                <a:latin typeface="Apple SD Gothic Neo"/>
              </a:rPr>
              <a:t>→ </a:t>
            </a:r>
            <a:r>
              <a:rPr sz="1300" b="0">
                <a:solidFill>
                  <a:srgbClr val="1B2432"/>
                </a:solidFill>
                <a:latin typeface="Apple SD Gothic Neo"/>
              </a:rPr>
              <a:t>에디터·URL은 문서가 있고, 어드민·통계·데이터는 얇습니다.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DF69B"/>
                </a:solidFill>
                <a:latin typeface="Apple SD Gothic Neo"/>
              </a:rPr>
              <a:t>→ </a:t>
            </a:r>
            <a:r>
              <a:rPr sz="1300" b="0">
                <a:solidFill>
                  <a:srgbClr val="1B2432"/>
                </a:solidFill>
                <a:latin typeface="Apple SD Gothic Neo"/>
              </a:rPr>
              <a:t>영역별로 묶으면 이런 ‘빈 칸(공백 기능)’이 바로 보입니다 — 안내판의 부수 효과.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근거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왜 ‘저장소별’이 아니라 ‘제품 영역별’인가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109728" cy="8229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432"/>
                </a:solidFill>
                <a:latin typeface="Apple SD Gothic Neo"/>
              </a:rPr>
              <a:t>팀원은 제품으로 생각합니다.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B7484"/>
                </a:solidFill>
                <a:latin typeface="Apple SD Gothic Neo"/>
              </a:rPr>
              <a:t>"에디터에서~", "어드민에서~", "내 페이지 통계~" — 저장소 이름으로 찾지 않습니다.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53512"/>
            <a:ext cx="109728" cy="8229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432"/>
                </a:solidFill>
                <a:latin typeface="Apple SD Gothic Neo"/>
              </a:rPr>
              <a:t>같은 기능이 여러 저장소에 흩어져 있습니다.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B7484"/>
                </a:solidFill>
                <a:latin typeface="Apple SD Gothic Neo"/>
              </a:rPr>
              <a:t>예: ‘에디터’ 문서가 templates 80 · design-system 34 · design-service 19곳.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87952"/>
            <a:ext cx="109728" cy="8229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432"/>
                </a:solidFill>
                <a:latin typeface="Apple SD Gothic Neo"/>
              </a:rPr>
              <a:t>영역으로 묶으면 ‘빈 칸’이 보입니다.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6B7484"/>
                </a:solidFill>
                <a:latin typeface="Apple SD Gothic Neo"/>
              </a:rPr>
              <a:t>어느 영역에 문서가 없는지(=공백 기능)가 한눈에 드러납니다.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설계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안내판의 형태와 원리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0515600" cy="1600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72768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3DF69B"/>
                </a:solidFill>
                <a:latin typeface="Apple SD Gothic Neo"/>
              </a:rPr>
              <a:t>각 저장소/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├─ CLAUDE.md         </a:t>
            </a:r>
            <a:r>
              <a:rPr sz="1150" b="0">
                <a:solidFill>
                  <a:srgbClr val="9FF3C7"/>
                </a:solidFill>
                <a:latin typeface="Apple SD Gothic Neo"/>
              </a:rPr>
              <a:t>← 맨 위에 "작업 전 _기능 안내판.md 읽어라" 1줄 추가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└─ _기능 안내판.md    </a:t>
            </a:r>
            <a:r>
              <a:rPr sz="1150" b="0">
                <a:solidFill>
                  <a:srgbClr val="9FF3C7"/>
                </a:solidFill>
                <a:latin typeface="Apple SD Gothic Neo"/>
              </a:rPr>
              <a:t>← 신규: 기능 → 파일 매핑 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3200400"/>
          <a:ext cx="10515600" cy="841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194560"/>
                <a:gridCol w="493776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기능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이렇게 말하면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정본 파일·섹션 (검증된 경로)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스킬화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CdBd 콘텐츠 등록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"CdBd에 올려줘"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룩북/1. 제작 프로세스/4-CdBd 콘텐츠.md §등록 워크플로우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2432"/>
                          </a:solidFill>
                          <a:latin typeface="Apple SD Gothic Neo"/>
                        </a:rPr>
                        <a:t>후보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43434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B2432"/>
                </a:solidFill>
                <a:latin typeface="Apple SD Gothic Neo"/>
              </a:rPr>
              <a:t>왜 이 형태여야 하나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DF69B"/>
                </a:solidFill>
                <a:latin typeface="Apple SD Gothic Neo"/>
              </a:rPr>
              <a:t>• </a:t>
            </a:r>
            <a:r>
              <a:rPr sz="1250" b="0">
                <a:solidFill>
                  <a:srgbClr val="1B2432"/>
                </a:solidFill>
                <a:latin typeface="Apple SD Gothic Neo"/>
              </a:rPr>
              <a:t>Claude에게 위키링크는 ‘클릭’이 아니라 그냥 글자 — 스스로 열지 않습니다.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DF69B"/>
                </a:solidFill>
                <a:latin typeface="Apple SD Gothic Neo"/>
              </a:rPr>
              <a:t>• </a:t>
            </a:r>
            <a:r>
              <a:rPr sz="1250" b="0">
                <a:solidFill>
                  <a:srgbClr val="1B2432"/>
                </a:solidFill>
                <a:latin typeface="Apple SD Gothic Neo"/>
              </a:rPr>
              <a:t>볼트(저장소) 간 링크는 작동하지 않습니다 → 안내판은 저장소 안에 self-contained.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DF69B"/>
                </a:solidFill>
                <a:latin typeface="Apple SD Gothic Neo"/>
              </a:rPr>
              <a:t>• </a:t>
            </a:r>
            <a:r>
              <a:rPr sz="1250" b="0">
                <a:solidFill>
                  <a:srgbClr val="1B2432"/>
                </a:solidFill>
                <a:latin typeface="Apple SD Gothic Neo"/>
              </a:rPr>
              <a:t>CLAUDE.md는 폴더 열 때 자동으로 읽는 유일한 파일 → 여기서 가리켜야 읽힙니다.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실행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실행 순서 — 6단계 (한 곳을 끝까지 → 확산)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761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5989320"/>
                <a:gridCol w="22860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pple SD Gothic Neo"/>
                        </a:rPr>
                        <a:t>단계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pple SD Gothic Neo"/>
                        </a:rPr>
                        <a:t>무엇을 · 왜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pple SD Gothic Neo"/>
                        </a:rPr>
                        <a:t>소요</a:t>
                      </a:r>
                    </a:p>
                  </a:txBody>
                  <a:tcPr marL="91440" marR="54864" marT="18288" marB="18288" anchor="ctr">
                    <a:solidFill>
                      <a:srgbClr val="1B24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1. 정의 확정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대분류(에디터/어드민/내 페이지) 합의 — 무엇을 셀지 먼저 정함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분류 기준 1장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오늘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2. 분류표 초안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CdBd 기능을 영역별로 배치 — 전체 지도를 그림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분류표 초안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0.5일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3. 파일럿 1곳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저장소 1개만 골라 기능→정확한 파일·섹션 감사 + 경로 실재 확인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_기능 안내판.md ×1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0.5일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4. 배선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그 저장소 CLAUDE.md가 안내판을 가리키게 — Claude가 읽도록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1줄 추가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5분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5. 검증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"○○ 해줘" → Claude가 안내판 보고 올바른 파일 여는지 실제 테스트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통과 확인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10분</a:t>
                      </a:r>
                    </a:p>
                  </a:txBody>
                  <a:tcPr marL="91440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B2432"/>
                          </a:solidFill>
                          <a:latin typeface="Apple SD Gothic Neo"/>
                        </a:rPr>
                        <a:t>6. 확산 &amp; 스킬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작동 확인되면 나머지 저장소 복제 · 고빈도만 얇은 스킬로 승격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안내판 3개+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2432"/>
                          </a:solidFill>
                          <a:latin typeface="Apple SD Gothic Neo"/>
                        </a:rPr>
                        <a:t>이후</a:t>
                      </a:r>
                    </a:p>
                  </a:txBody>
                  <a:tcPr marL="91440" marR="54864" marT="18288" marB="18288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DF69B"/>
                </a:solidFill>
                <a:latin typeface="Apple SD Gothic Neo"/>
              </a:rPr>
              <a:t>핵심: </a:t>
            </a:r>
            <a:r>
              <a:rPr sz="1250" b="0">
                <a:solidFill>
                  <a:srgbClr val="1B2432"/>
                </a:solidFill>
                <a:latin typeface="Apple SD Gothic Neo"/>
              </a:rPr>
              <a:t>3~5단계를 한 저장소에서 끝까지 돌려 ‘안내판 → 올바른 파일 오픈’이 실제 작동하는 걸 확인한 다음에 확산합니다.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28016" cy="4572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3DF69B"/>
                </a:solidFill>
                <a:latin typeface="Apple SD Gothic Neo"/>
              </a:rPr>
              <a:t>실행 · 파일럿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1B2432"/>
                </a:solidFill>
                <a:latin typeface="Apple SD Gothic Neo"/>
              </a:rPr>
              <a:t>‘파일럿 1곳’ = 한 곳을 먼저 끝까지 해본다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5029200" cy="4297680"/>
          </a:xfrm>
          <a:prstGeom prst="rect">
            <a:avLst/>
          </a:prstGeom>
          <a:solidFill>
            <a:srgbClr val="F4F6F8"/>
          </a:solidFill>
          <a:ln w="9525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45920"/>
            <a:ext cx="46177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B2432"/>
                </a:solidFill>
                <a:latin typeface="Apple SD Gothic Neo"/>
              </a:rPr>
              <a:t>파일럿이란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2"/>
                </a:solidFill>
                <a:latin typeface="Apple SD Gothic Neo"/>
              </a:rPr>
              <a:t>네 곳(4개 저장소)에 한꺼번에 만들지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2"/>
                </a:solidFill>
                <a:latin typeface="Apple SD Gothic Neo"/>
              </a:rPr>
              <a:t>않고, 먼저 한 곳만 완성해 봅니다.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1B2432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• 방식이 실제로 통하는지 싸게 검증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484"/>
                </a:solidFill>
                <a:latin typeface="Apple SD Gothic Neo"/>
              </a:rPr>
              <a:t>• 틀린 형식을 4곳에 복사하는 낭비 방지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1B2432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DF69B"/>
                </a:solidFill>
                <a:latin typeface="Apple SD Gothic Neo"/>
              </a:rPr>
              <a:t>추천 = cdbd-design-service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2"/>
                </a:solidFill>
                <a:latin typeface="Apple SD Gothic Neo"/>
              </a:rPr>
              <a:t>· 콘텐츠·URL·이미지 라이브러리 기능 밀집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2"/>
                </a:solidFill>
                <a:latin typeface="Apple SD Gothic Neo"/>
              </a:rPr>
              <a:t>· 진단서가 지적한 ‘표 경로 9개 오류’도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2"/>
                </a:solidFill>
                <a:latin typeface="Apple SD Gothic Neo"/>
              </a:rPr>
              <a:t>  같이 정리 → 효과가 가장 잘 보임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463040"/>
            <a:ext cx="5212080" cy="429768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48006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3DF69B"/>
                </a:solidFill>
                <a:latin typeface="Apple SD Gothic Neo"/>
              </a:rPr>
              <a:t>‘성공’의 정의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</a:rPr>
              <a:t>사람이 아니라 Claude가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</a:rPr>
              <a:t>안내판만 보고 올바른 파일을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</a:rPr>
              <a:t>여는 것.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C7CFDA"/>
                </a:solidFill>
                <a:latin typeface="Apple SD Gothic Neo"/>
              </a:rPr>
              <a:t>통과 전까지는 ‘문서가 있다’가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C7CFDA"/>
                </a:solidFill>
                <a:latin typeface="Apple SD Gothic Neo"/>
              </a:rPr>
              <a:t>‘작동한다’로 판단합니다.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  <a:latin typeface="Apple SD Gothic Neo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C7CFDA"/>
                </a:solidFill>
                <a:latin typeface="Apple SD Gothic Neo"/>
              </a:rPr>
              <a:t>→ 통과하면, 같은 형식을 나머지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C7CFDA"/>
                </a:solidFill>
                <a:latin typeface="Apple SD Gothic Neo"/>
              </a:rPr>
              <a:t>   저장소로 확산합니다.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CdBd 기능 안내판 — 실행 계획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B7484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85800"/>
            <a:ext cx="146304" cy="77724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6400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Apple SD Gothic Neo"/>
              </a:rPr>
              <a:t>지금 결정할 것 · 다음 액션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1051560"/>
          </a:xfrm>
          <a:prstGeom prst="rect">
            <a:avLst/>
          </a:prstGeom>
          <a:solidFill>
            <a:srgbClr val="243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109728" cy="10515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20824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3DF69B"/>
                </a:solidFill>
                <a:latin typeface="Apple SD Gothic Neo"/>
              </a:rPr>
              <a:t>① 대분류 확정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D5DCE5"/>
                </a:solidFill>
                <a:latin typeface="Apple SD Gothic Neo"/>
              </a:rPr>
              <a:t>에디터 · 어드민 · 내 페이지(통계·데이터) · (지원)디자인시스템 — 이대로 갈지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081528"/>
            <a:ext cx="10515600" cy="1051560"/>
          </a:xfrm>
          <a:prstGeom prst="rect">
            <a:avLst/>
          </a:prstGeom>
          <a:solidFill>
            <a:srgbClr val="243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081528"/>
            <a:ext cx="109728" cy="10515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2783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3DF69B"/>
                </a:solidFill>
                <a:latin typeface="Apple SD Gothic Neo"/>
              </a:rPr>
              <a:t>② 파일럿 저장소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D5DCE5"/>
                </a:solidFill>
                <a:latin typeface="Apple SD Gothic Neo"/>
              </a:rPr>
              <a:t>cdbd-design-service 추천 — 다른 곳으로 할지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288536"/>
            <a:ext cx="10515600" cy="1051560"/>
          </a:xfrm>
          <a:prstGeom prst="rect">
            <a:avLst/>
          </a:prstGeom>
          <a:solidFill>
            <a:srgbClr val="243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288536"/>
            <a:ext cx="109728" cy="105156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434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3DF69B"/>
                </a:solidFill>
                <a:latin typeface="Apple SD Gothic Neo"/>
              </a:rPr>
              <a:t>③ 확정되면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D5DCE5"/>
                </a:solidFill>
                <a:latin typeface="Apple SD Gothic Neo"/>
              </a:rPr>
              <a:t>2단계(분류표 초안) → 3단계(파일럿 안내판 제작)로 바로 진행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172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484"/>
                </a:solidFill>
                <a:latin typeface="Apple SD Gothic Neo"/>
              </a:rPr>
              <a:t>정본 문서: _기능 안내판 실행 계획.md  ·  이 발표: _기능 안내판 실행 계획.pptx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