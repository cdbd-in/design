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 · 실행 계획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팀원이 Claude에게 CdBd 기능을 시켜도,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92440" y="2057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되고 있나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6060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6426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264261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 · 어드민 · 홈페이지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92440" y="264261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1912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278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691640" y="32278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92440" y="3227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77647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81304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81304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설계와 원리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92440" y="38130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 두나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39826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91640" y="439826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92440" y="43982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4946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691640" y="4983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092440" y="4983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예상 결과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77240" y="55321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56869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691640" y="556869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92440" y="55686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77240" y="611733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안내판은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안내판을 둔다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 세웁니다.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카드·페이지 구성·이미지·게시(URL/OG)·데이터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템플릿·운영 관리. 템플릿 등록·상세페이지·운영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홈·내 페이지·통계·공유·권한·버전·계정·요금.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029200"/>
            <a:ext cx="10637215" cy="1051560"/>
          </a:xfrm>
          <a:prstGeom prst="roundRect">
            <a:avLst>
              <a:gd name="adj" fmla="val 8696"/>
            </a:avLst>
          </a:prstGeom>
          <a:solidFill>
            <a:srgbClr val="EEEA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5138928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＋ 팀 자동화  </a:t>
            </a:r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(볼트에만 있는 실행 계층)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5504688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직접 자동화 · 게시 4-call   ·   Figma↔CdBd 카드 매핑   ·   이미지 라이브러리 헬퍼   ·   브라우저 로그인 세션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3172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데이터·통계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연결(개인화) · 에디터 통계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3172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· 비밀번호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 · 내 페이지 · URL 통계 · 공유 복제 · 버전 기록 · 계정 · 내 주소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 · 요금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안내판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안내판은 그 저장소 몫의 분류표를 추린 것입니다.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1325880"/>
          </a:xfrm>
          <a:prstGeom prst="roundRect">
            <a:avLst>
              <a:gd name="adj" fmla="val 8276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432304"/>
            <a:ext cx="99971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 안내판.md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 안내판.md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신규: 기능 → 파일 매핑 표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이 형태여야 하나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334256"/>
            <a:ext cx="109728" cy="2743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2976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37176"/>
            <a:ext cx="109728" cy="2743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800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볼트(저장소) 간 링크는 작동하지 않는다 → 안내판은 저장소 안에 self-contained.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340096"/>
            <a:ext cx="109728" cy="2743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3035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안내판을 읽으라고 한 줄 적어 두 파일을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331720"/>
          <a:ext cx="1063721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02259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안내판 1곳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‘안내판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안내판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작동 확인되면 나머지 저장소 복제 · 고빈도만 얇은 스킬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1곳(추천: cdbd-design-service)을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286000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CdBd 기능만 추림 (콘텐츠 등록·URL 게시·이미지 라이브러리·카드 매핑·누끼 크롭)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3072384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3858768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 안내판.md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20440" y="4645152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 안내판.md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0440" y="5431536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룩북 CdBd에 올려줘" → Claude가 스스로 §등록 워크플로우 열고 7단계 수행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"CdBd에 올려줘"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(안내판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안내판에서 바로 §등록 워크플로우로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폴더 확인 → 멀티페이지 → 카드 매핑 → URL·OG → 검증 → 게시 자동 흐름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진단서가 지적한 ‘핵심 문서 표 경로 9개 오류’ 정정   · ‘통계·개인화·버전기록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 안내판.md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지금 결정할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6888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1518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확정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9809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 · 홈페이지(계정) + 팀 자동화 — 이대로 갈지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6616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56616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124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첫 저장소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07822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cdbd-design-service 추천 — 다른 곳으로 할지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66344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0974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확정되면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517550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2단계(분류표 초안) → 3단계(안내판 제작)로 바로 진행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2026-08-11T03:39:28Z</dcterms:created>
  <dcterms:modified xsi:type="dcterms:W3CDTF">2026-08-11T03:39:28Z</dcterms:modified>
</cp:coreProperties>
</file>