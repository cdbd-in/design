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1234440" cy="457200"/>
          </a:xfrm>
          <a:prstGeom prst="roundRect">
            <a:avLst>
              <a:gd name="adj" fmla="val 12000"/>
            </a:avLst>
          </a:prstGeom>
          <a:ln w="15875">
            <a:solidFill>
              <a:srgbClr val="1D1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 기능별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위치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계획  ·  어느 팀원이 Claude에게 CdBd 기능을 시켜도, 다 알고 제대로 동작하게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후속 문서: CdBd 문서 체계 진단 및 개편 제안   ·   2026-08-11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822960"/>
            <a:ext cx="4663440" cy="521208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8938260" y="176022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29700" y="187909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39428" y="200710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1" name="Shape 9"/>
          <p:cNvSpPr/>
          <p:nvPr/>
        </p:nvSpPr>
        <p:spPr>
          <a:xfrm>
            <a:off x="9139428" y="279349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39428" y="297637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9428" y="350672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2308" y="41650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83780" y="134874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75220" y="146761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4948" y="159562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4948" y="238201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4948" y="256489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4948" y="309524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67828" y="375361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목표와 문제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32520" y="1920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무엇이 안 되나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957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39572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 기준 — 에디터·어드민·홈페이지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2520" y="23957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뼈대를 새로 세운다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85292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712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87121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8712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볼트 문서 유무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328416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467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3467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채우기 — 영상이 필요한 기능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3467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어떻게 채우나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80390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382219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기능별 문서 위치 — 설계와 원리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파일에 어떻게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279392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97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42976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순서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32520" y="42976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곳을 끝까지 → 확산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731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477316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— cdbd-design-service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32520" y="47731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· 결과 · 파일 실물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523036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2486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91640" y="524865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플러그인 — 어느 볼트에서나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32520" y="52486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단계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5705856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7241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91640" y="572414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액션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32520" y="57241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· 무엇을 · 지금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618134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하는가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목표와 문제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다 알고, 다 되게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문서 위치는 목표가 아니라 방법입니다. 필요하면 스킬·플러그인까지 함께 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시켜도 된다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팀원의 Claude든 CdBd 기능을 알고 제대로 실행한다 — 사람이 문서 위치를 외우지 않아도.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9658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2266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6858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22266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문제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2266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스스로 못 찾는다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2266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기능은 문서에 흩어져 있고, Claude에게 위키링크는 클릭이 아니라 글자일 뿐. 폴더를 열어도 무엇이 있는지 모른다.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2077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685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9277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4685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4685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위치를 정리한다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4685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기능이 → 어느 파일 어느 섹션에 있는지 표로 두고, CLAUDE.md가 그걸 먼저 읽게 연결한다.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 기준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뼈대를 새로 세운다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표면 3곳으로 나눈다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센터(cdbd.mintlify.app)는 빠짐을 막는 참고용. 뼈대는 팀이 실제 시키는 일 기준으로.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페이지를 만드는 곳. 카드 · 페이지 구성 · 이미지 · 게시(URL/OG) · 데이터 연결.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9658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2266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6858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22266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2266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어드민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2266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· 운영 관리. 템플릿 등록 · 상세페이지 · 운영 설정.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2077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685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9277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4685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4685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홈페이지 (계정)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4685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cdbd.in 대시보드. 홈 · 내 페이지 · 통계 · 공유 · 권한 · 버전 · 계정 · 요금.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120640"/>
            <a:ext cx="10637215" cy="868680"/>
          </a:xfrm>
          <a:prstGeom prst="roundRect">
            <a:avLst>
              <a:gd name="adj" fmla="val 10526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230368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＊ 실행 도구는 ‘기능’이 아닙니다.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자동화 · 이미지 라이브러리 헬퍼 · 브라우저 세션 등은 그 기능을 ‘실행하는 팀 도구’ → ‘도구·규칙’으로 따로 표기.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기능별 볼트 문서 유무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‘있음’ 행은 다음 단계에서 정확한 파일·섹션까지 채웁니다.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46520"/>
                <a:gridCol w="2450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 문서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카드 15종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프로필·텍스트·이미지·갤러리·버튼·Q&amp;A·위치·SNS·구분선·2단·유튜브·예약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카드 15종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· 코드 · 메뉴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구성·꾸미기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테마 · 카드 디자인 · 페이지 관리·설정 · 원페이지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게시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URL 생성·게시 · OG · 슬러그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이미지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라이브러리 (자산 관리)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데이터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연결 (개인화 병합)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기능별 볼트 문서 유무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어드민 · 홈페이지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‘없음’ = 제품엔 있으나 팀 볼트엔 문서가 없는 기능. 앞으로 채울 목록.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46520"/>
                <a:gridCol w="2450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 문서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어드민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등록 · 상세페이지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어드민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설정 세부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비밀번호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통계 · URL 통계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홈·내 페이지·공유 복제·버전 기록·권한·계정·내 주소·요금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시작하기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페이지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시작하기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◐ 부분 — 구체적으로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‘부분만 있음’은 무엇이 있고 없나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◐ 표시한 기능의 있는 부분과 채울 부분.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 (◐ 부분)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볼트에 있는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채울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상품·코드·메뉴 카드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기능 목록(1-6-2)에 정의됨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제작·사용 가이드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페이지 비밀번호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게시 모달에 ‘페이지 비밀번호’ 언급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절차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템플릿 등록·상세페이지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상세페이지 문서(1-7)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어드민 등록 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템플릿 페이지 생성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워크플로우에 언급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신규 생성 단계별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채우기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무엇을 어떻게 채우나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 필요한 기능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뒤에서만 보이는 UI 흐름이라 텍스트로 유추 불가 → 영상이 정확한 문서화에 도움.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10637215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95728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영상(녹화) 권장 — ○ 없음 대부분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99971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페이지 통계 · URL 통계 (방문·클릭·응답·예약·구독)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데이터 연결(개인화) — 고객 데이터 병합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버전 기록 · 공유 복제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내 페이지 관리 · 어드민 운영 설정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계정 · 내 주소 · 요금(결제) · 권한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846320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27272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956048"/>
            <a:ext cx="10088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형식 안내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파일을 주시면 제가 프레임(정지화면)으로 뽑아 읽습니다. 화면은 보지만 음성(내레이션)은 못 들으니, 핵심 동작이 화면에 보이게(또는 자막) 녹화해 주세요.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기능별 문서 위치 — 설계와 원리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저장소마다 살아있는 index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저장소에 CLAUDE.md + _기능별 문서 위치.md 를 둡니다.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37215" cy="1280160"/>
          </a:xfrm>
          <a:prstGeom prst="roundRect">
            <a:avLst>
              <a:gd name="adj" fmla="val 8571"/>
            </a:avLst>
          </a:prstGeom>
          <a:solidFill>
            <a:srgbClr val="27272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40864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저장소/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├─ CLAUDE.md          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맨 위에 "작업 전 _기능별 문서 위치.md 읽어라" 1줄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└─ _기능별 문서 위치.md  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이 저장소의 기능 → 파일 매핑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856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49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Claude에게 위키링크는 ‘클릭’이 아니라 그냥 글자 — 스스로 열지 않는다.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2428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06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CLAUDE.md는 폴더 열 때 자동으로 읽는 유일한 파일 → 여기서 가리켜야 읽힌다.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7000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63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볼트에서 일하면 Claude가 파일을 바로 찾는다. (볼트 간 링크는 작동 안 함 → 저장소 안에 self-contained)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257800"/>
            <a:ext cx="10637215" cy="777240"/>
          </a:xfrm>
          <a:prstGeom prst="roundRect">
            <a:avLst>
              <a:gd name="adj" fmla="val 11765"/>
            </a:avLst>
          </a:prstGeom>
          <a:solidFill>
            <a:srgbClr val="EEEA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34924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‘아무 볼트에서나’ 되게 하려면?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저장소 파일은 그 볼트에서만 작동. 어느 볼트·맨 바깥에서 켜도 되게 하려면 → 플러그인(08장) = 실행 순서 7단계.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실행 순서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곳을 끝까지 → 확산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‘연결’ = CLAUDE.md에 기능별 문서 위치를 읽으라고 한 줄 적어 잇는 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93992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단계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무엇을 · 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소요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  정의 확정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대분류(에디터·어드민·홈페이지) 합의 — 무엇을 셀지 먼저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오늘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2  분류표 초안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↔ 볼트 유무 대조 (앞 03장 형태)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3  문서 위치 작성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 1개만 골라 기능→정확한 파일·섹션 확정 + 경로 검증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4  연결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저장소 CLAUDE.md에 ‘_기능별 문서 위치.md 먼저 읽어라’ 1줄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5  검증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"○○ 해줘" → Claude가 문서 위치 보고 올바른 파일 여는지 테스트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6  확산 &amp; 스킬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 저장소에 복제 · 고빈도만 얇은 스킬로 승격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  플러그인 제작·배포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기능별 문서 위치·스킬·도구를 묶어 어느 볼트·맨 바깥에서도 로드 (08장)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6~7단계 = ‘아무 볼트에서나’ 되게 하는 확장.  </a:t>
            </a:r>
            <a:pPr indent="0" marL="0"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1곳이 작동 확인되면 복제하고, 마지막에 플러그인으로 어디서 켜도 로드되게 만든다.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끝까지 하면 — 과정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 1곳(추천: cdbd-design-service)을 예로.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2459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+ 볼트 대조 → 이 저장소가 실제로 다루는 CdBd 기능만 추림 (콘텐츠 등록·URL 게시·이미지 라이브러리·카드 매핑·누끼 크롭)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3246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07238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파일·섹션 확정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072384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기능 → 정확한 파일·섹션 + 경로 실재 검증 (진단서가 지적한 ‘표 경로 9개 오류’ 정정)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858768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" y="40325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8587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위치 작성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858768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_기능별 문서 위치.md 표로 정리 (기능 | 이렇게 말하면 | 파일·섹션 | 스킬화)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645152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4818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645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645152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맨 위에 ‘_기능별 문서 위치.md 먼저 읽어라’ 1줄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5431536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" y="5605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43153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5431536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룩북 CdBd에 올려줘" → Claude가 스스로 §등록 워크플로우 열고 7단계 수행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"CdBd에 올려줘" 한마디로 달라지는 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5135728" cy="2148840"/>
          </a:xfrm>
          <a:prstGeom prst="roundRect">
            <a:avLst>
              <a:gd name="adj" fmla="val 5106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50592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(문서 위치 없음)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어느 문서를 볼지 모름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표 경로가 옛 파일명이라 헤맴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사람이 매번 문서를 지정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팀원마다 결과가 달라짐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286000"/>
            <a:ext cx="5135728" cy="2148840"/>
          </a:xfrm>
          <a:prstGeom prst="roundRect">
            <a:avLst>
              <a:gd name="adj" fmla="val 5106"/>
            </a:avLst>
          </a:prstGeom>
          <a:solidFill>
            <a:srgbClr val="6C4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2450592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적용 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3048" y="28803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문서 위치에서 바로 §등록 워크플로우로 진입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폴더 확인 → 멀티페이지 → 카드 매핑 → URL·OG → 검증 → 게시 자동 흐름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누가 시켜도 같은 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부수 결과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진단서가 지적한 ‘핵심 문서 표 경로 9개 오류’ 정정   · ‘통계·개인화·버전기록 = 볼트에 없음’이 명시돼 다음 작업 목록이 생김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소요 반나절 · 산출물 = _기능별 문서 위치.md 1개 + CLAUDE.md 1줄 → 통하면 나머지 저장소로 복제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파일 실물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볼트의 ‘기능별 문서 위치’는 이렇게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= cdbd-design-service/_기능별 문서 위치.md  (저장소 루트, CLAUDE.md 옆)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106372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286000"/>
                <a:gridCol w="5212080"/>
                <a:gridCol w="12618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이렇게 말하면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정본 파일·섹션 (검증된 경로)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스킬화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룩북 시안 제작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"룩북 시안 만들어줘"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룩북/1. 제작 프로세스/1-2. 시안.md §제작 단계 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룩북 초안 제작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"초안 만들어줘"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룩북/1. 제작 프로세스/1-3. 초안.md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CdBd 콘텐츠 등록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"CdBd에 올려줘"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룩북/1. 제작 프로세스/1-4. CdBd 콘텐츠.md §등록 워크플로우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화보·상품 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"화보 배치해줘"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룩북/2. 디자인 가이드/2-4. 화보·상품.md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소식지 제작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"소식지 만들어줘"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소식지/1. 제작 프로세스.md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257800"/>
            <a:ext cx="10637215" cy="731520"/>
          </a:xfrm>
          <a:prstGeom prst="roundRect">
            <a:avLst>
              <a:gd name="adj" fmla="val 12500"/>
            </a:avLst>
          </a:prstGeom>
          <a:solidFill>
            <a:srgbClr val="EEEAF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534924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＋ 도구·규칙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세션(gstack) · Supabase 직접 자동화 · image_library.py 헬퍼는 ‘기능’이 아니라 도구 → 파일 하단 ‘도구·규칙’ 섹션에 별도 기재.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· 마지막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플러그인 제작·배포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 — 어느 볼트에서나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문서 위치·스킬·도구를 하나로 묶어 배포 (진단서 D안·부록 B).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37215" cy="1783080"/>
          </a:xfrm>
          <a:prstGeom prst="roundRect">
            <a:avLst>
              <a:gd name="adj" fmla="val 6154"/>
            </a:avLst>
          </a:prstGeom>
          <a:solidFill>
            <a:srgbClr val="27272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22576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cdbd-plugin/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     (GitHub 저장소 1개)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├─ .claude-plugin/marketplace.json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└─ plugins/cdbd/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.claude-plugin/plugin.json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skills/ · agents/ · commands/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.mcp.json   (Figma 연결)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└─ 기능별 문서 위치(공통) · 브랜드 토큰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5135728" cy="1783080"/>
          </a:xfrm>
          <a:prstGeom prst="roundRect">
            <a:avLst>
              <a:gd name="adj" fmla="val 5128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29768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만드는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645152"/>
            <a:ext cx="458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GitHub 저장소 1개 (private 권장)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새 파일 2개: marketplace.json · plugin.json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나머지는 기존 스킬·도구를 그대로 복사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깨진 링크 정리 + 브랜드 토큰 동봉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4160520"/>
            <a:ext cx="5135728" cy="1783080"/>
          </a:xfrm>
          <a:prstGeom prst="roundRect">
            <a:avLst>
              <a:gd name="adj" fmla="val 5128"/>
            </a:avLst>
          </a:prstGeom>
          <a:solidFill>
            <a:srgbClr val="EEE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48" y="429768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팀원 설치 (1회)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4645152"/>
            <a:ext cx="458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/plugin marketplace add CdBd-in/cdbd-plugin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/plugin install cdbd@cdbd-plugin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어느 볼트·맨 바깥에서도 로드 · 자동 최신화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액션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  누가 · 무엇을 · 지금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진행합니다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0(결정 2가지)만 주시면 → 제가 바로 STEP 1부터 시작합니다.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72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6839712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누가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무엇을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소요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당신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대분류 3개 확정 · 첫 저장소 = cdbd-design-service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분류표 확정 (이 저장소 기능 ●◐○)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기능별 문서 위치 작성 (파일·섹션 확정 + 경로 검증 + 표 9개 오류 정정)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3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저장소 CLAUDE.md에 연결 1줄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같이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— "이 룩북 CdBd에 올려줘" 테스트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5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통과 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 저장소 확산 → 플러그인 제작·배포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48640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EEEAF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5559552"/>
            <a:ext cx="10088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정할 것  </a:t>
            </a:r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대분류 = 에디터·어드민·홈페이지 3개로 OK?   ② 첫 저장소 = cdbd-design-service로 OK?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2026-08-11T06:16:41Z</dcterms:created>
  <dcterms:modified xsi:type="dcterms:W3CDTF">2026-08-11T06:16:41Z</dcterms:modified>
</cp:coreProperties>
</file>