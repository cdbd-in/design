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D1D1F"/>
        </a:solidFill>
        <a:effectLst/>
        <a:uFillTx/>
        <a:latin typeface="+mj-lt"/>
        <a:ea typeface="+mj-ea"/>
        <a:cs typeface="+mj-cs"/>
        <a:sym typeface="Pretendard Regular"/>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D1D1F"/>
        </a:solidFill>
        <a:effectLst/>
        <a:uFillTx/>
        <a:latin typeface="+mj-lt"/>
        <a:ea typeface="+mj-ea"/>
        <a:cs typeface="+mj-cs"/>
        <a:sym typeface="Pretendard Regular"/>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D1D1F"/>
        </a:solidFill>
        <a:effectLst/>
        <a:uFillTx/>
        <a:latin typeface="+mj-lt"/>
        <a:ea typeface="+mj-ea"/>
        <a:cs typeface="+mj-cs"/>
        <a:sym typeface="Pretendard Regular"/>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D1D1F"/>
        </a:solidFill>
        <a:effectLst/>
        <a:uFillTx/>
        <a:latin typeface="+mj-lt"/>
        <a:ea typeface="+mj-ea"/>
        <a:cs typeface="+mj-cs"/>
        <a:sym typeface="Pretendard Regular"/>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D1D1F"/>
        </a:solidFill>
        <a:effectLst/>
        <a:uFillTx/>
        <a:latin typeface="+mj-lt"/>
        <a:ea typeface="+mj-ea"/>
        <a:cs typeface="+mj-cs"/>
        <a:sym typeface="Pretendard Regular"/>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D1D1F"/>
        </a:solidFill>
        <a:effectLst/>
        <a:uFillTx/>
        <a:latin typeface="+mj-lt"/>
        <a:ea typeface="+mj-ea"/>
        <a:cs typeface="+mj-cs"/>
        <a:sym typeface="Pretendard Regular"/>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D1D1F"/>
        </a:solidFill>
        <a:effectLst/>
        <a:uFillTx/>
        <a:latin typeface="+mj-lt"/>
        <a:ea typeface="+mj-ea"/>
        <a:cs typeface="+mj-cs"/>
        <a:sym typeface="Pretendard Regular"/>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D1D1F"/>
        </a:solidFill>
        <a:effectLst/>
        <a:uFillTx/>
        <a:latin typeface="+mj-lt"/>
        <a:ea typeface="+mj-ea"/>
        <a:cs typeface="+mj-cs"/>
        <a:sym typeface="Pretendard Regular"/>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D1D1F"/>
        </a:solidFill>
        <a:effectLst/>
        <a:uFillTx/>
        <a:latin typeface="+mj-lt"/>
        <a:ea typeface="+mj-ea"/>
        <a:cs typeface="+mj-cs"/>
        <a:sym typeface="Pretendard Regular"/>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1D1D1F"/>
        </a:fontRef>
        <a:srgbClr val="1D1D1F"/>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12700" cap="flat">
              <a:solidFill>
                <a:schemeClr val="accent2">
                  <a:hueOff val="-15247060"/>
                  <a:satOff val="-68000"/>
                  <a:lumOff val="4901"/>
                </a:schemeClr>
              </a:solidFill>
              <a:prstDash val="solid"/>
              <a:round/>
            </a:ln>
          </a:top>
          <a:bottom>
            <a:ln w="127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rgbClr val="D3CEFF"/>
          </a:solidFill>
        </a:fill>
      </a:tcStyle>
    </a:wholeTbl>
    <a:band2H>
      <a:tcTxStyle b="def" i="def"/>
      <a:tcStyle>
        <a:tcBdr/>
        <a:fill>
          <a:solidFill>
            <a:srgbClr val="EAE8FF"/>
          </a:solidFill>
        </a:fill>
      </a:tcStyle>
    </a:band2H>
    <a:firstCol>
      <a:tcTxStyle b="on" i="off">
        <a:font>
          <a:latin typeface="Pretendard Bold"/>
          <a:ea typeface="Pretendard Bold"/>
          <a:cs typeface="Pretendard Bold"/>
        </a:font>
        <a:schemeClr val="accent2">
          <a:hueOff val="-15247060"/>
          <a:satOff val="-68000"/>
          <a:lumOff val="4901"/>
        </a:schemeClr>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12700" cap="flat">
              <a:solidFill>
                <a:schemeClr val="accent2">
                  <a:hueOff val="-15247060"/>
                  <a:satOff val="-68000"/>
                  <a:lumOff val="4901"/>
                </a:schemeClr>
              </a:solidFill>
              <a:prstDash val="solid"/>
              <a:round/>
            </a:ln>
          </a:top>
          <a:bottom>
            <a:ln w="127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chemeClr val="accent1"/>
          </a:solidFill>
        </a:fill>
      </a:tcStyle>
    </a:firstCol>
    <a:lastRow>
      <a:tcTxStyle b="on" i="off">
        <a:font>
          <a:latin typeface="Pretendard Bold"/>
          <a:ea typeface="Pretendard Bold"/>
          <a:cs typeface="Pretendard Bold"/>
        </a:font>
        <a:schemeClr val="accent2">
          <a:hueOff val="-15247060"/>
          <a:satOff val="-68000"/>
          <a:lumOff val="4901"/>
        </a:schemeClr>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38100" cap="flat">
              <a:solidFill>
                <a:schemeClr val="accent2">
                  <a:hueOff val="-15247060"/>
                  <a:satOff val="-68000"/>
                  <a:lumOff val="4901"/>
                </a:schemeClr>
              </a:solidFill>
              <a:prstDash val="solid"/>
              <a:round/>
            </a:ln>
          </a:top>
          <a:bottom>
            <a:ln w="127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chemeClr val="accent1"/>
          </a:solidFill>
        </a:fill>
      </a:tcStyle>
    </a:lastRow>
    <a:firstRow>
      <a:tcTxStyle b="on" i="off">
        <a:font>
          <a:latin typeface="Pretendard Bold"/>
          <a:ea typeface="Pretendard Bold"/>
          <a:cs typeface="Pretendard Bold"/>
        </a:font>
        <a:schemeClr val="accent2">
          <a:hueOff val="-15247060"/>
          <a:satOff val="-68000"/>
          <a:lumOff val="4901"/>
        </a:schemeClr>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12700" cap="flat">
              <a:solidFill>
                <a:schemeClr val="accent2">
                  <a:hueOff val="-15247060"/>
                  <a:satOff val="-68000"/>
                  <a:lumOff val="4901"/>
                </a:schemeClr>
              </a:solidFill>
              <a:prstDash val="solid"/>
              <a:round/>
            </a:ln>
          </a:top>
          <a:bottom>
            <a:ln w="381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chemeClr val="accent1"/>
          </a:solidFill>
        </a:fill>
      </a:tcStyle>
    </a:firstRow>
  </a:tblStyle>
  <a:tblStyle styleId="{C7B018BB-80A7-4F77-B60F-C8B233D01FF8}" styleName="">
    <a:tblBg/>
    <a:wholeTbl>
      <a:tcTxStyle b="off" i="off">
        <a:fontRef idx="major">
          <a:srgbClr val="1D1D1F"/>
        </a:fontRef>
        <a:srgbClr val="1D1D1F"/>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12700" cap="flat">
              <a:solidFill>
                <a:schemeClr val="accent2">
                  <a:hueOff val="-15247060"/>
                  <a:satOff val="-68000"/>
                  <a:lumOff val="4901"/>
                </a:schemeClr>
              </a:solidFill>
              <a:prstDash val="solid"/>
              <a:round/>
            </a:ln>
          </a:top>
          <a:bottom>
            <a:ln w="127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rgbClr val="CBD9CE"/>
          </a:solidFill>
        </a:fill>
      </a:tcStyle>
    </a:wholeTbl>
    <a:band2H>
      <a:tcTxStyle b="def" i="def"/>
      <a:tcStyle>
        <a:tcBdr/>
        <a:fill>
          <a:solidFill>
            <a:srgbClr val="E7EDE8"/>
          </a:solidFill>
        </a:fill>
      </a:tcStyle>
    </a:band2H>
    <a:firstCol>
      <a:tcTxStyle b="on" i="off">
        <a:font>
          <a:latin typeface="Pretendard Bold"/>
          <a:ea typeface="Pretendard Bold"/>
          <a:cs typeface="Pretendard Bold"/>
        </a:font>
        <a:schemeClr val="accent2">
          <a:hueOff val="-15247060"/>
          <a:satOff val="-68000"/>
          <a:lumOff val="4901"/>
        </a:schemeClr>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12700" cap="flat">
              <a:solidFill>
                <a:schemeClr val="accent2">
                  <a:hueOff val="-15247060"/>
                  <a:satOff val="-68000"/>
                  <a:lumOff val="4901"/>
                </a:schemeClr>
              </a:solidFill>
              <a:prstDash val="solid"/>
              <a:round/>
            </a:ln>
          </a:top>
          <a:bottom>
            <a:ln w="127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chemeClr val="accent3"/>
          </a:solidFill>
        </a:fill>
      </a:tcStyle>
    </a:firstCol>
    <a:lastRow>
      <a:tcTxStyle b="on" i="off">
        <a:font>
          <a:latin typeface="Pretendard Bold"/>
          <a:ea typeface="Pretendard Bold"/>
          <a:cs typeface="Pretendard Bold"/>
        </a:font>
        <a:schemeClr val="accent2">
          <a:hueOff val="-15247060"/>
          <a:satOff val="-68000"/>
          <a:lumOff val="4901"/>
        </a:schemeClr>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38100" cap="flat">
              <a:solidFill>
                <a:schemeClr val="accent2">
                  <a:hueOff val="-15247060"/>
                  <a:satOff val="-68000"/>
                  <a:lumOff val="4901"/>
                </a:schemeClr>
              </a:solidFill>
              <a:prstDash val="solid"/>
              <a:round/>
            </a:ln>
          </a:top>
          <a:bottom>
            <a:ln w="127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chemeClr val="accent3"/>
          </a:solidFill>
        </a:fill>
      </a:tcStyle>
    </a:lastRow>
    <a:firstRow>
      <a:tcTxStyle b="on" i="off">
        <a:font>
          <a:latin typeface="Pretendard Bold"/>
          <a:ea typeface="Pretendard Bold"/>
          <a:cs typeface="Pretendard Bold"/>
        </a:font>
        <a:schemeClr val="accent2">
          <a:hueOff val="-15247060"/>
          <a:satOff val="-68000"/>
          <a:lumOff val="4901"/>
        </a:schemeClr>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12700" cap="flat">
              <a:solidFill>
                <a:schemeClr val="accent2">
                  <a:hueOff val="-15247060"/>
                  <a:satOff val="-68000"/>
                  <a:lumOff val="4901"/>
                </a:schemeClr>
              </a:solidFill>
              <a:prstDash val="solid"/>
              <a:round/>
            </a:ln>
          </a:top>
          <a:bottom>
            <a:ln w="381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chemeClr val="accent3"/>
          </a:solidFill>
        </a:fill>
      </a:tcStyle>
    </a:firstRow>
  </a:tblStyle>
  <a:tblStyle styleId="{EEE7283C-3CF3-47DC-8721-378D4A62B228}" styleName="">
    <a:tblBg/>
    <a:wholeTbl>
      <a:tcTxStyle b="off" i="off">
        <a:fontRef idx="major">
          <a:srgbClr val="1D1D1F"/>
        </a:fontRef>
        <a:srgbClr val="1D1D1F"/>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12700" cap="flat">
              <a:solidFill>
                <a:schemeClr val="accent2">
                  <a:hueOff val="-15247060"/>
                  <a:satOff val="-68000"/>
                  <a:lumOff val="4901"/>
                </a:schemeClr>
              </a:solidFill>
              <a:prstDash val="solid"/>
              <a:round/>
            </a:ln>
          </a:top>
          <a:bottom>
            <a:ln w="127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rgbClr val="DED6FF"/>
          </a:solidFill>
        </a:fill>
      </a:tcStyle>
    </a:wholeTbl>
    <a:band2H>
      <a:tcTxStyle b="def" i="def"/>
      <a:tcStyle>
        <a:tcBdr/>
        <a:fill>
          <a:solidFill>
            <a:srgbClr val="EFECFF"/>
          </a:solidFill>
        </a:fill>
      </a:tcStyle>
    </a:band2H>
    <a:firstCol>
      <a:tcTxStyle b="on" i="off">
        <a:font>
          <a:latin typeface="Pretendard Bold"/>
          <a:ea typeface="Pretendard Bold"/>
          <a:cs typeface="Pretendard Bold"/>
        </a:font>
        <a:schemeClr val="accent2">
          <a:hueOff val="-15247060"/>
          <a:satOff val="-68000"/>
          <a:lumOff val="4901"/>
        </a:schemeClr>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12700" cap="flat">
              <a:solidFill>
                <a:schemeClr val="accent2">
                  <a:hueOff val="-15247060"/>
                  <a:satOff val="-68000"/>
                  <a:lumOff val="4901"/>
                </a:schemeClr>
              </a:solidFill>
              <a:prstDash val="solid"/>
              <a:round/>
            </a:ln>
          </a:top>
          <a:bottom>
            <a:ln w="127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chemeClr val="accent6"/>
          </a:solidFill>
        </a:fill>
      </a:tcStyle>
    </a:firstCol>
    <a:lastRow>
      <a:tcTxStyle b="on" i="off">
        <a:font>
          <a:latin typeface="Pretendard Bold"/>
          <a:ea typeface="Pretendard Bold"/>
          <a:cs typeface="Pretendard Bold"/>
        </a:font>
        <a:schemeClr val="accent2">
          <a:hueOff val="-15247060"/>
          <a:satOff val="-68000"/>
          <a:lumOff val="4901"/>
        </a:schemeClr>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38100" cap="flat">
              <a:solidFill>
                <a:schemeClr val="accent2">
                  <a:hueOff val="-15247060"/>
                  <a:satOff val="-68000"/>
                  <a:lumOff val="4901"/>
                </a:schemeClr>
              </a:solidFill>
              <a:prstDash val="solid"/>
              <a:round/>
            </a:ln>
          </a:top>
          <a:bottom>
            <a:ln w="127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chemeClr val="accent6"/>
          </a:solidFill>
        </a:fill>
      </a:tcStyle>
    </a:lastRow>
    <a:firstRow>
      <a:tcTxStyle b="on" i="off">
        <a:font>
          <a:latin typeface="Pretendard Bold"/>
          <a:ea typeface="Pretendard Bold"/>
          <a:cs typeface="Pretendard Bold"/>
        </a:font>
        <a:schemeClr val="accent2">
          <a:hueOff val="-15247060"/>
          <a:satOff val="-68000"/>
          <a:lumOff val="4901"/>
        </a:schemeClr>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12700" cap="flat">
              <a:solidFill>
                <a:schemeClr val="accent2">
                  <a:hueOff val="-15247060"/>
                  <a:satOff val="-68000"/>
                  <a:lumOff val="4901"/>
                </a:schemeClr>
              </a:solidFill>
              <a:prstDash val="solid"/>
              <a:round/>
            </a:ln>
          </a:top>
          <a:bottom>
            <a:ln w="381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chemeClr val="accent6"/>
          </a:solidFill>
        </a:fill>
      </a:tcStyle>
    </a:firstRow>
  </a:tblStyle>
  <a:tblStyle styleId="{CF821DB8-F4EB-4A41-A1BA-3FCAFE7338EE}" styleName="">
    <a:tblBg/>
    <a:wholeTbl>
      <a:tcTxStyle b="off" i="off">
        <a:fontRef idx="major">
          <a:srgbClr val="1D1D1F"/>
        </a:fontRef>
        <a:srgbClr val="1D1D1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7E7E7"/>
          </a:solidFill>
        </a:fill>
      </a:tcStyle>
    </a:wholeTbl>
    <a:band2H>
      <a:tcTxStyle b="def" i="def"/>
      <a:tcStyle>
        <a:tcBdr/>
        <a:fill>
          <a:solidFill>
            <a:schemeClr val="accent2">
              <a:hueOff val="-15247060"/>
              <a:satOff val="-68000"/>
              <a:lumOff val="4901"/>
            </a:schemeClr>
          </a:solidFill>
        </a:fill>
      </a:tcStyle>
    </a:band2H>
    <a:firstCol>
      <a:tcTxStyle b="on" i="off">
        <a:font>
          <a:latin typeface="Pretendard Bold"/>
          <a:ea typeface="Pretendard Bold"/>
          <a:cs typeface="Pretendard Bold"/>
        </a:font>
        <a:schemeClr val="accent2">
          <a:hueOff val="-15247060"/>
          <a:satOff val="-68000"/>
          <a:lumOff val="4901"/>
        </a:schemeClr>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Pretendard Bold"/>
          <a:ea typeface="Pretendard Bold"/>
          <a:cs typeface="Pretendard Bold"/>
        </a:font>
        <a:srgbClr val="1D1D1F"/>
      </a:tcTxStyle>
      <a:tcStyle>
        <a:tcBdr>
          <a:left>
            <a:ln w="12700" cap="flat">
              <a:noFill/>
              <a:miter lim="400000"/>
            </a:ln>
          </a:left>
          <a:right>
            <a:ln w="12700" cap="flat">
              <a:noFill/>
              <a:miter lim="400000"/>
            </a:ln>
          </a:right>
          <a:top>
            <a:ln w="50800" cap="flat">
              <a:solidFill>
                <a:srgbClr val="1D1D1F"/>
              </a:solidFill>
              <a:prstDash val="solid"/>
              <a:round/>
            </a:ln>
          </a:top>
          <a:bottom>
            <a:ln w="25400" cap="flat">
              <a:solidFill>
                <a:srgbClr val="1D1D1F"/>
              </a:solidFill>
              <a:prstDash val="solid"/>
              <a:round/>
            </a:ln>
          </a:bottom>
          <a:insideH>
            <a:ln w="12700" cap="flat">
              <a:noFill/>
              <a:miter lim="400000"/>
            </a:ln>
          </a:insideH>
          <a:insideV>
            <a:ln w="12700" cap="flat">
              <a:noFill/>
              <a:miter lim="400000"/>
            </a:ln>
          </a:insideV>
        </a:tcBdr>
        <a:fill>
          <a:solidFill>
            <a:schemeClr val="accent2">
              <a:hueOff val="-15247060"/>
              <a:satOff val="-68000"/>
              <a:lumOff val="4901"/>
            </a:schemeClr>
          </a:solidFill>
        </a:fill>
      </a:tcStyle>
    </a:lastRow>
    <a:firstRow>
      <a:tcTxStyle b="on" i="off">
        <a:font>
          <a:latin typeface="Pretendard Bold"/>
          <a:ea typeface="Pretendard Bold"/>
          <a:cs typeface="Pretendard Bold"/>
        </a:font>
        <a:schemeClr val="accent2">
          <a:hueOff val="-15247060"/>
          <a:satOff val="-68000"/>
          <a:lumOff val="4901"/>
        </a:schemeClr>
      </a:tcTxStyle>
      <a:tcStyle>
        <a:tcBdr>
          <a:left>
            <a:ln w="12700" cap="flat">
              <a:noFill/>
              <a:miter lim="400000"/>
            </a:ln>
          </a:left>
          <a:right>
            <a:ln w="12700" cap="flat">
              <a:noFill/>
              <a:miter lim="400000"/>
            </a:ln>
          </a:right>
          <a:top>
            <a:ln w="25400" cap="flat">
              <a:solidFill>
                <a:srgbClr val="1D1D1F"/>
              </a:solidFill>
              <a:prstDash val="solid"/>
              <a:round/>
            </a:ln>
          </a:top>
          <a:bottom>
            <a:ln w="25400" cap="flat">
              <a:solidFill>
                <a:srgbClr val="1D1D1F"/>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1D1D1F"/>
        </a:fontRef>
        <a:srgbClr val="1D1D1F"/>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12700" cap="flat">
              <a:solidFill>
                <a:schemeClr val="accent2">
                  <a:hueOff val="-15247060"/>
                  <a:satOff val="-68000"/>
                  <a:lumOff val="4901"/>
                </a:schemeClr>
              </a:solidFill>
              <a:prstDash val="solid"/>
              <a:round/>
            </a:ln>
          </a:top>
          <a:bottom>
            <a:ln w="127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rgbClr val="CBCBCB"/>
          </a:solidFill>
        </a:fill>
      </a:tcStyle>
    </a:wholeTbl>
    <a:band2H>
      <a:tcTxStyle b="def" i="def"/>
      <a:tcStyle>
        <a:tcBdr/>
        <a:fill>
          <a:solidFill>
            <a:srgbClr val="E7E7E7"/>
          </a:solidFill>
        </a:fill>
      </a:tcStyle>
    </a:band2H>
    <a:firstCol>
      <a:tcTxStyle b="on" i="off">
        <a:font>
          <a:latin typeface="Pretendard Bold"/>
          <a:ea typeface="Pretendard Bold"/>
          <a:cs typeface="Pretendard Bold"/>
        </a:font>
        <a:schemeClr val="accent2">
          <a:hueOff val="-15247060"/>
          <a:satOff val="-68000"/>
          <a:lumOff val="4901"/>
        </a:schemeClr>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12700" cap="flat">
              <a:solidFill>
                <a:schemeClr val="accent2">
                  <a:hueOff val="-15247060"/>
                  <a:satOff val="-68000"/>
                  <a:lumOff val="4901"/>
                </a:schemeClr>
              </a:solidFill>
              <a:prstDash val="solid"/>
              <a:round/>
            </a:ln>
          </a:top>
          <a:bottom>
            <a:ln w="127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rgbClr val="1D1D1F"/>
          </a:solidFill>
        </a:fill>
      </a:tcStyle>
    </a:firstCol>
    <a:lastRow>
      <a:tcTxStyle b="on" i="off">
        <a:font>
          <a:latin typeface="Pretendard Bold"/>
          <a:ea typeface="Pretendard Bold"/>
          <a:cs typeface="Pretendard Bold"/>
        </a:font>
        <a:schemeClr val="accent2">
          <a:hueOff val="-15247060"/>
          <a:satOff val="-68000"/>
          <a:lumOff val="4901"/>
        </a:schemeClr>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38100" cap="flat">
              <a:solidFill>
                <a:schemeClr val="accent2">
                  <a:hueOff val="-15247060"/>
                  <a:satOff val="-68000"/>
                  <a:lumOff val="4901"/>
                </a:schemeClr>
              </a:solidFill>
              <a:prstDash val="solid"/>
              <a:round/>
            </a:ln>
          </a:top>
          <a:bottom>
            <a:ln w="127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rgbClr val="1D1D1F"/>
          </a:solidFill>
        </a:fill>
      </a:tcStyle>
    </a:lastRow>
    <a:firstRow>
      <a:tcTxStyle b="on" i="off">
        <a:font>
          <a:latin typeface="Pretendard Bold"/>
          <a:ea typeface="Pretendard Bold"/>
          <a:cs typeface="Pretendard Bold"/>
        </a:font>
        <a:schemeClr val="accent2">
          <a:hueOff val="-15247060"/>
          <a:satOff val="-68000"/>
          <a:lumOff val="4901"/>
        </a:schemeClr>
      </a:tcTxStyle>
      <a:tcStyle>
        <a:tcBdr>
          <a:left>
            <a:ln w="12700" cap="flat">
              <a:solidFill>
                <a:schemeClr val="accent2">
                  <a:hueOff val="-15247060"/>
                  <a:satOff val="-68000"/>
                  <a:lumOff val="4901"/>
                </a:schemeClr>
              </a:solidFill>
              <a:prstDash val="solid"/>
              <a:round/>
            </a:ln>
          </a:left>
          <a:right>
            <a:ln w="12700" cap="flat">
              <a:solidFill>
                <a:schemeClr val="accent2">
                  <a:hueOff val="-15247060"/>
                  <a:satOff val="-68000"/>
                  <a:lumOff val="4901"/>
                </a:schemeClr>
              </a:solidFill>
              <a:prstDash val="solid"/>
              <a:round/>
            </a:ln>
          </a:right>
          <a:top>
            <a:ln w="12700" cap="flat">
              <a:solidFill>
                <a:schemeClr val="accent2">
                  <a:hueOff val="-15247060"/>
                  <a:satOff val="-68000"/>
                  <a:lumOff val="4901"/>
                </a:schemeClr>
              </a:solidFill>
              <a:prstDash val="solid"/>
              <a:round/>
            </a:ln>
          </a:top>
          <a:bottom>
            <a:ln w="38100" cap="flat">
              <a:solidFill>
                <a:schemeClr val="accent2">
                  <a:hueOff val="-15247060"/>
                  <a:satOff val="-68000"/>
                  <a:lumOff val="4901"/>
                </a:schemeClr>
              </a:solidFill>
              <a:prstDash val="solid"/>
              <a:round/>
            </a:ln>
          </a:bottom>
          <a:insideH>
            <a:ln w="12700" cap="flat">
              <a:solidFill>
                <a:schemeClr val="accent2">
                  <a:hueOff val="-15247060"/>
                  <a:satOff val="-68000"/>
                  <a:lumOff val="4901"/>
                </a:schemeClr>
              </a:solidFill>
              <a:prstDash val="solid"/>
              <a:round/>
            </a:ln>
          </a:insideH>
          <a:insideV>
            <a:ln w="12700" cap="flat">
              <a:solidFill>
                <a:schemeClr val="accent2">
                  <a:hueOff val="-15247060"/>
                  <a:satOff val="-68000"/>
                  <a:lumOff val="4901"/>
                </a:schemeClr>
              </a:solidFill>
              <a:prstDash val="solid"/>
              <a:round/>
            </a:ln>
          </a:insideV>
        </a:tcBdr>
        <a:fill>
          <a:solidFill>
            <a:srgbClr val="1D1D1F"/>
          </a:solidFill>
        </a:fill>
      </a:tcStyle>
    </a:firstRow>
  </a:tblStyle>
  <a:tblStyle styleId="{2708684C-4D16-4618-839F-0558EEFCDFE6}" styleName="">
    <a:tblBg/>
    <a:wholeTbl>
      <a:tcTxStyle b="off" i="off">
        <a:fontRef idx="major">
          <a:srgbClr val="1D1D1F"/>
        </a:fontRef>
        <a:srgbClr val="1D1D1F"/>
      </a:tcTxStyle>
      <a:tcStyle>
        <a:tcBdr>
          <a:left>
            <a:ln w="12700" cap="flat">
              <a:solidFill>
                <a:srgbClr val="1D1D1F"/>
              </a:solidFill>
              <a:prstDash val="solid"/>
              <a:round/>
            </a:ln>
          </a:left>
          <a:right>
            <a:ln w="12700" cap="flat">
              <a:solidFill>
                <a:srgbClr val="1D1D1F"/>
              </a:solidFill>
              <a:prstDash val="solid"/>
              <a:round/>
            </a:ln>
          </a:right>
          <a:top>
            <a:ln w="12700" cap="flat">
              <a:solidFill>
                <a:srgbClr val="1D1D1F"/>
              </a:solidFill>
              <a:prstDash val="solid"/>
              <a:round/>
            </a:ln>
          </a:top>
          <a:bottom>
            <a:ln w="12700" cap="flat">
              <a:solidFill>
                <a:srgbClr val="1D1D1F"/>
              </a:solidFill>
              <a:prstDash val="solid"/>
              <a:round/>
            </a:ln>
          </a:bottom>
          <a:insideH>
            <a:ln w="12700" cap="flat">
              <a:solidFill>
                <a:srgbClr val="1D1D1F"/>
              </a:solidFill>
              <a:prstDash val="solid"/>
              <a:round/>
            </a:ln>
          </a:insideH>
          <a:insideV>
            <a:ln w="12700" cap="flat">
              <a:solidFill>
                <a:srgbClr val="1D1D1F"/>
              </a:solidFill>
              <a:prstDash val="solid"/>
              <a:round/>
            </a:ln>
          </a:insideV>
        </a:tcBdr>
        <a:fill>
          <a:solidFill>
            <a:srgbClr val="1D1D1F">
              <a:alpha val="20000"/>
            </a:srgbClr>
          </a:solidFill>
        </a:fill>
      </a:tcStyle>
    </a:wholeTbl>
    <a:band2H>
      <a:tcTxStyle b="def" i="def"/>
      <a:tcStyle>
        <a:tcBdr/>
        <a:fill>
          <a:solidFill>
            <a:schemeClr val="accent2">
              <a:hueOff val="-15247060"/>
              <a:satOff val="-68000"/>
              <a:lumOff val="4901"/>
            </a:schemeClr>
          </a:solidFill>
        </a:fill>
      </a:tcStyle>
    </a:band2H>
    <a:firstCol>
      <a:tcTxStyle b="on" i="off">
        <a:font>
          <a:latin typeface="Pretendard Bold"/>
          <a:ea typeface="Pretendard Bold"/>
          <a:cs typeface="Pretendard Bold"/>
        </a:font>
        <a:srgbClr val="1D1D1F"/>
      </a:tcTxStyle>
      <a:tcStyle>
        <a:tcBdr>
          <a:left>
            <a:ln w="12700" cap="flat">
              <a:solidFill>
                <a:srgbClr val="1D1D1F"/>
              </a:solidFill>
              <a:prstDash val="solid"/>
              <a:round/>
            </a:ln>
          </a:left>
          <a:right>
            <a:ln w="12700" cap="flat">
              <a:solidFill>
                <a:srgbClr val="1D1D1F"/>
              </a:solidFill>
              <a:prstDash val="solid"/>
              <a:round/>
            </a:ln>
          </a:right>
          <a:top>
            <a:ln w="12700" cap="flat">
              <a:solidFill>
                <a:srgbClr val="1D1D1F"/>
              </a:solidFill>
              <a:prstDash val="solid"/>
              <a:round/>
            </a:ln>
          </a:top>
          <a:bottom>
            <a:ln w="12700" cap="flat">
              <a:solidFill>
                <a:srgbClr val="1D1D1F"/>
              </a:solidFill>
              <a:prstDash val="solid"/>
              <a:round/>
            </a:ln>
          </a:bottom>
          <a:insideH>
            <a:ln w="12700" cap="flat">
              <a:solidFill>
                <a:srgbClr val="1D1D1F"/>
              </a:solidFill>
              <a:prstDash val="solid"/>
              <a:round/>
            </a:ln>
          </a:insideH>
          <a:insideV>
            <a:ln w="12700" cap="flat">
              <a:solidFill>
                <a:srgbClr val="1D1D1F"/>
              </a:solidFill>
              <a:prstDash val="solid"/>
              <a:round/>
            </a:ln>
          </a:insideV>
        </a:tcBdr>
        <a:fill>
          <a:solidFill>
            <a:srgbClr val="1D1D1F">
              <a:alpha val="20000"/>
            </a:srgbClr>
          </a:solidFill>
        </a:fill>
      </a:tcStyle>
    </a:firstCol>
    <a:lastRow>
      <a:tcTxStyle b="on" i="off">
        <a:font>
          <a:latin typeface="Pretendard Bold"/>
          <a:ea typeface="Pretendard Bold"/>
          <a:cs typeface="Pretendard Bold"/>
        </a:font>
        <a:srgbClr val="1D1D1F"/>
      </a:tcTxStyle>
      <a:tcStyle>
        <a:tcBdr>
          <a:left>
            <a:ln w="12700" cap="flat">
              <a:solidFill>
                <a:srgbClr val="1D1D1F"/>
              </a:solidFill>
              <a:prstDash val="solid"/>
              <a:round/>
            </a:ln>
          </a:left>
          <a:right>
            <a:ln w="12700" cap="flat">
              <a:solidFill>
                <a:srgbClr val="1D1D1F"/>
              </a:solidFill>
              <a:prstDash val="solid"/>
              <a:round/>
            </a:ln>
          </a:right>
          <a:top>
            <a:ln w="50800" cap="flat">
              <a:solidFill>
                <a:srgbClr val="1D1D1F"/>
              </a:solidFill>
              <a:prstDash val="solid"/>
              <a:round/>
            </a:ln>
          </a:top>
          <a:bottom>
            <a:ln w="12700" cap="flat">
              <a:solidFill>
                <a:srgbClr val="1D1D1F"/>
              </a:solidFill>
              <a:prstDash val="solid"/>
              <a:round/>
            </a:ln>
          </a:bottom>
          <a:insideH>
            <a:ln w="12700" cap="flat">
              <a:solidFill>
                <a:srgbClr val="1D1D1F"/>
              </a:solidFill>
              <a:prstDash val="solid"/>
              <a:round/>
            </a:ln>
          </a:insideH>
          <a:insideV>
            <a:ln w="12700" cap="flat">
              <a:solidFill>
                <a:srgbClr val="1D1D1F"/>
              </a:solidFill>
              <a:prstDash val="solid"/>
              <a:round/>
            </a:ln>
          </a:insideV>
        </a:tcBdr>
        <a:fill>
          <a:noFill/>
        </a:fill>
      </a:tcStyle>
    </a:lastRow>
    <a:firstRow>
      <a:tcTxStyle b="on" i="off">
        <a:font>
          <a:latin typeface="Pretendard Bold"/>
          <a:ea typeface="Pretendard Bold"/>
          <a:cs typeface="Pretendard Bold"/>
        </a:font>
        <a:srgbClr val="1D1D1F"/>
      </a:tcTxStyle>
      <a:tcStyle>
        <a:tcBdr>
          <a:left>
            <a:ln w="12700" cap="flat">
              <a:solidFill>
                <a:srgbClr val="1D1D1F"/>
              </a:solidFill>
              <a:prstDash val="solid"/>
              <a:round/>
            </a:ln>
          </a:left>
          <a:right>
            <a:ln w="12700" cap="flat">
              <a:solidFill>
                <a:srgbClr val="1D1D1F"/>
              </a:solidFill>
              <a:prstDash val="solid"/>
              <a:round/>
            </a:ln>
          </a:right>
          <a:top>
            <a:ln w="12700" cap="flat">
              <a:solidFill>
                <a:srgbClr val="1D1D1F"/>
              </a:solidFill>
              <a:prstDash val="solid"/>
              <a:round/>
            </a:ln>
          </a:top>
          <a:bottom>
            <a:ln w="25400" cap="flat">
              <a:solidFill>
                <a:srgbClr val="1D1D1F"/>
              </a:solidFill>
              <a:prstDash val="solid"/>
              <a:round/>
            </a:ln>
          </a:bottom>
          <a:insideH>
            <a:ln w="12700" cap="flat">
              <a:solidFill>
                <a:srgbClr val="1D1D1F"/>
              </a:solidFill>
              <a:prstDash val="solid"/>
              <a:round/>
            </a:ln>
          </a:insideH>
          <a:insideV>
            <a:ln w="12700" cap="flat">
              <a:solidFill>
                <a:srgbClr val="1D1D1F"/>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38" name="Shape 38"/>
          <p:cNvSpPr/>
          <p:nvPr>
            <p:ph type="sldImg"/>
          </p:nvPr>
        </p:nvSpPr>
        <p:spPr>
          <a:xfrm>
            <a:off x="1143000" y="685800"/>
            <a:ext cx="4572000" cy="3429000"/>
          </a:xfrm>
          <a:prstGeom prst="rect">
            <a:avLst/>
          </a:prstGeom>
        </p:spPr>
        <p:txBody>
          <a:bodyPr/>
          <a:lstStyle/>
          <a:p>
            <a:pPr/>
          </a:p>
        </p:txBody>
      </p:sp>
      <p:sp>
        <p:nvSpPr>
          <p:cNvPr id="39" name="Shape 3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solidFill>
          <a:srgbClr val="1D1D1F"/>
        </a:solidFill>
        <a:latin typeface="+mj-lt"/>
        <a:ea typeface="+mj-ea"/>
        <a:cs typeface="+mj-cs"/>
        <a:sym typeface="Pretendard Regular"/>
      </a:defRPr>
    </a:lvl1pPr>
    <a:lvl2pPr indent="228600" latinLnBrk="0">
      <a:defRPr sz="1200">
        <a:solidFill>
          <a:srgbClr val="1D1D1F"/>
        </a:solidFill>
        <a:latin typeface="+mj-lt"/>
        <a:ea typeface="+mj-ea"/>
        <a:cs typeface="+mj-cs"/>
        <a:sym typeface="Pretendard Regular"/>
      </a:defRPr>
    </a:lvl2pPr>
    <a:lvl3pPr indent="457200" latinLnBrk="0">
      <a:defRPr sz="1200">
        <a:solidFill>
          <a:srgbClr val="1D1D1F"/>
        </a:solidFill>
        <a:latin typeface="+mj-lt"/>
        <a:ea typeface="+mj-ea"/>
        <a:cs typeface="+mj-cs"/>
        <a:sym typeface="Pretendard Regular"/>
      </a:defRPr>
    </a:lvl3pPr>
    <a:lvl4pPr indent="685800" latinLnBrk="0">
      <a:defRPr sz="1200">
        <a:solidFill>
          <a:srgbClr val="1D1D1F"/>
        </a:solidFill>
        <a:latin typeface="+mj-lt"/>
        <a:ea typeface="+mj-ea"/>
        <a:cs typeface="+mj-cs"/>
        <a:sym typeface="Pretendard Regular"/>
      </a:defRPr>
    </a:lvl4pPr>
    <a:lvl5pPr indent="914400" latinLnBrk="0">
      <a:defRPr sz="1200">
        <a:solidFill>
          <a:srgbClr val="1D1D1F"/>
        </a:solidFill>
        <a:latin typeface="+mj-lt"/>
        <a:ea typeface="+mj-ea"/>
        <a:cs typeface="+mj-cs"/>
        <a:sym typeface="Pretendard Regular"/>
      </a:defRPr>
    </a:lvl5pPr>
    <a:lvl6pPr indent="1143000" latinLnBrk="0">
      <a:defRPr sz="1200">
        <a:solidFill>
          <a:srgbClr val="1D1D1F"/>
        </a:solidFill>
        <a:latin typeface="+mj-lt"/>
        <a:ea typeface="+mj-ea"/>
        <a:cs typeface="+mj-cs"/>
        <a:sym typeface="Pretendard Regular"/>
      </a:defRPr>
    </a:lvl6pPr>
    <a:lvl7pPr indent="1371600" latinLnBrk="0">
      <a:defRPr sz="1200">
        <a:solidFill>
          <a:srgbClr val="1D1D1F"/>
        </a:solidFill>
        <a:latin typeface="+mj-lt"/>
        <a:ea typeface="+mj-ea"/>
        <a:cs typeface="+mj-cs"/>
        <a:sym typeface="Pretendard Regular"/>
      </a:defRPr>
    </a:lvl7pPr>
    <a:lvl8pPr indent="1600200" latinLnBrk="0">
      <a:defRPr sz="1200">
        <a:solidFill>
          <a:srgbClr val="1D1D1F"/>
        </a:solidFill>
        <a:latin typeface="+mj-lt"/>
        <a:ea typeface="+mj-ea"/>
        <a:cs typeface="+mj-cs"/>
        <a:sym typeface="Pretendard Regular"/>
      </a:defRPr>
    </a:lvl8pPr>
    <a:lvl9pPr indent="1828800" latinLnBrk="0">
      <a:defRPr sz="1200">
        <a:solidFill>
          <a:srgbClr val="1D1D1F"/>
        </a:solidFill>
        <a:latin typeface="+mj-lt"/>
        <a:ea typeface="+mj-ea"/>
        <a:cs typeface="+mj-cs"/>
        <a:sym typeface="Pretendard Regular"/>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4" name="Shape 74"/>
          <p:cNvSpPr/>
          <p:nvPr>
            <p:ph type="sldImg"/>
          </p:nvPr>
        </p:nvSpPr>
        <p:spPr>
          <a:prstGeom prst="rect">
            <a:avLst/>
          </a:prstGeom>
        </p:spPr>
        <p:txBody>
          <a:bodyPr/>
          <a:lstStyle/>
          <a:p>
            <a:pPr/>
          </a:p>
        </p:txBody>
      </p:sp>
      <p:sp>
        <p:nvSpPr>
          <p:cNvPr id="75" name="Shape 75"/>
          <p:cNvSpPr/>
          <p:nvPr>
            <p:ph type="body" sz="quarter" idx="1"/>
          </p:nvPr>
        </p:nvSpPr>
        <p:spPr>
          <a:prstGeom prst="rect">
            <a:avLst/>
          </a:prstGeom>
        </p:spPr>
        <p:txBody>
          <a:bodyPr/>
          <a:lstStyle/>
          <a:p>
            <a:pPr/>
            <a:r>
              <a:rPr>
                <a:latin typeface="+mn-lt"/>
                <a:ea typeface="+mn-ea"/>
                <a:cs typeface="+mn-cs"/>
                <a:sym typeface="Helvetica"/>
              </a:rPr>
              <a:t>오늘은 두 부분입니다</a:t>
            </a:r>
            <a:r>
              <a:t>. </a:t>
            </a:r>
            <a:r>
              <a:rPr>
                <a:latin typeface="+mn-lt"/>
                <a:ea typeface="+mn-ea"/>
                <a:cs typeface="+mn-cs"/>
                <a:sym typeface="Helvetica"/>
              </a:rPr>
              <a:t>앞부분은 짧게 결과 보고</a:t>
            </a:r>
            <a:r>
              <a:t>, </a:t>
            </a:r>
            <a:r>
              <a:rPr>
                <a:latin typeface="+mn-lt"/>
                <a:ea typeface="+mn-ea"/>
                <a:cs typeface="+mn-cs"/>
                <a:sym typeface="Helvetica"/>
              </a:rPr>
              <a:t>뒷부분은 팀원분들이 자기 맥에서 직접 셋업하는 방법을 한 단계씩 설명합니다</a:t>
            </a:r>
            <a:r>
              <a:t>. </a:t>
            </a:r>
            <a:r>
              <a:rPr>
                <a:latin typeface="+mn-lt"/>
                <a:ea typeface="+mn-ea"/>
                <a:cs typeface="+mn-cs"/>
                <a:sym typeface="Helvetica"/>
              </a:rPr>
              <a:t>오른쪽처럼 </a:t>
            </a:r>
            <a:r>
              <a:t>8</a:t>
            </a:r>
            <a:r>
              <a:rPr>
                <a:latin typeface="+mn-lt"/>
                <a:ea typeface="+mn-ea"/>
                <a:cs typeface="+mn-cs"/>
                <a:sym typeface="Helvetica"/>
              </a:rPr>
              <a:t>단계 중 </a:t>
            </a:r>
            <a:r>
              <a:t>7</a:t>
            </a:r>
            <a:r>
              <a:rPr>
                <a:latin typeface="+mn-lt"/>
                <a:ea typeface="+mn-ea"/>
                <a:cs typeface="+mn-cs"/>
                <a:sym typeface="Helvetica"/>
              </a:rPr>
              <a:t>단계가 끝났고</a:t>
            </a:r>
            <a:r>
              <a:t>, </a:t>
            </a:r>
            <a:r>
              <a:rPr>
                <a:latin typeface="+mn-lt"/>
                <a:ea typeface="+mn-ea"/>
                <a:cs typeface="+mn-cs"/>
                <a:sym typeface="Helvetica"/>
              </a:rPr>
              <a:t>마지막 단계가 바로 팀원 셋업입니다</a:t>
            </a:r>
            <a:r>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1" name="Shape 101"/>
          <p:cNvSpPr/>
          <p:nvPr>
            <p:ph type="sldImg"/>
          </p:nvPr>
        </p:nvSpPr>
        <p:spPr>
          <a:prstGeom prst="rect">
            <a:avLst/>
          </a:prstGeom>
        </p:spPr>
        <p:txBody>
          <a:bodyPr/>
          <a:lstStyle/>
          <a:p>
            <a:pPr/>
          </a:p>
        </p:txBody>
      </p:sp>
      <p:sp>
        <p:nvSpPr>
          <p:cNvPr id="102" name="Shape 102"/>
          <p:cNvSpPr/>
          <p:nvPr>
            <p:ph type="body" sz="quarter" idx="1"/>
          </p:nvPr>
        </p:nvSpPr>
        <p:spPr>
          <a:prstGeom prst="rect">
            <a:avLst/>
          </a:prstGeom>
        </p:spPr>
        <p:txBody>
          <a:bodyPr/>
          <a:lstStyle/>
          <a:p>
            <a:pPr/>
            <a:r>
              <a:t>1</a:t>
            </a:r>
            <a:r>
              <a:rPr>
                <a:latin typeface="+mn-lt"/>
                <a:ea typeface="+mn-ea"/>
                <a:cs typeface="+mn-cs"/>
                <a:sym typeface="Helvetica"/>
              </a:rPr>
              <a:t>부 결과 보고는 세 장으로 짧게</a:t>
            </a:r>
            <a:r>
              <a:t>, 2</a:t>
            </a:r>
            <a:r>
              <a:rPr>
                <a:latin typeface="+mn-lt"/>
                <a:ea typeface="+mn-ea"/>
                <a:cs typeface="+mn-cs"/>
                <a:sym typeface="Helvetica"/>
              </a:rPr>
              <a:t>부 셋업은 단계마다 한 장씩 자세히 준비했습니다</a:t>
            </a:r>
            <a:r>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6" name="Shape 126"/>
          <p:cNvSpPr/>
          <p:nvPr>
            <p:ph type="sldImg"/>
          </p:nvPr>
        </p:nvSpPr>
        <p:spPr>
          <a:prstGeom prst="rect">
            <a:avLst/>
          </a:prstGeom>
        </p:spPr>
        <p:txBody>
          <a:bodyPr/>
          <a:lstStyle/>
          <a:p>
            <a:pPr/>
          </a:p>
        </p:txBody>
      </p:sp>
      <p:sp>
        <p:nvSpPr>
          <p:cNvPr id="127" name="Shape 127"/>
          <p:cNvSpPr/>
          <p:nvPr>
            <p:ph type="body" sz="quarter" idx="1"/>
          </p:nvPr>
        </p:nvSpPr>
        <p:spPr>
          <a:prstGeom prst="rect">
            <a:avLst/>
          </a:prstGeom>
        </p:spPr>
        <p:txBody>
          <a:bodyPr/>
          <a:lstStyle>
            <a:lvl1pPr>
              <a:defRPr>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숫자 네 개만 기억하시면 됩니다. 8단계 중 7단계 완료. Claude가 제대로 아는지 확인하는 질문 23개를 전부 통과했고, 셋업 점검 28개 항목도 전부 통과했습니다. 남은 건 두 분의 셋업입니다. 이 결과의 근거는 아래 줄입니다. 원본 영상 100개를 녹화해 판독했고, 판정 138건이 나왔으며, 이를 바탕으로 CdBd 기능 71개를 10개 영역으로 정의했습니다. 71개 모두 영상으로 동작을 확인했고, 그중 20개는 세부 일부가 아직 미확인이라 Claude가 그 부분은 모른다고 답합니다.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4" name="Shape 164"/>
          <p:cNvSpPr/>
          <p:nvPr>
            <p:ph type="sldImg"/>
          </p:nvPr>
        </p:nvSpPr>
        <p:spPr>
          <a:prstGeom prst="rect">
            <a:avLst/>
          </a:prstGeom>
        </p:spPr>
        <p:txBody>
          <a:bodyPr/>
          <a:lstStyle/>
          <a:p>
            <a:pPr/>
          </a:p>
        </p:txBody>
      </p:sp>
      <p:sp>
        <p:nvSpPr>
          <p:cNvPr id="165" name="Shape 165"/>
          <p:cNvSpPr/>
          <p:nvPr>
            <p:ph type="body" sz="quarter" idx="1"/>
          </p:nvPr>
        </p:nvSpPr>
        <p:spPr>
          <a:prstGeom prst="rect">
            <a:avLst/>
          </a:prstGeom>
        </p:spPr>
        <p:txBody>
          <a:bodyPr/>
          <a:lstStyle>
            <a:lvl1pPr>
              <a:defRPr>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달라진 점 네 가지입니다. 첫째, 기능을 물으면 실제 화면을 녹화해서 확인한 기능 사전을 찾아보고 답합니다. 둘째, 애매할 때만 묻고 분명하면 바로 답하며, 우리가 잘못 알고 있으면 첫 문장에서 바로잡아 줍니다. 셋째, 에디터 작업입니다. Claude는 6월부터 에디터를 직접 다룰 수 있었지만, 카드 고정 상태나 멀티페이지에서는 틀린 결과를 성공처럼 내기도 했습니다. 이번에 그 결함들을 실제 테스트 페이지에서 찾아 고쳤고, 여백 수치·표시 켜기/끄기·상단/하단 고정까지 세밀하게 다룹니다. 속도는 7월에 예약 입력을 클릭 대신 직접 넣는 방식으로 바꿔 옵션당 약 5초에서 2초로 줄인 측정이 있습니다. 넷째, 새 맥 세팅은 스크립트와 점검표로 끝납니다. 이게 오늘 2부입니다.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6" name="Shape 196"/>
          <p:cNvSpPr/>
          <p:nvPr>
            <p:ph type="sldImg"/>
          </p:nvPr>
        </p:nvSpPr>
        <p:spPr>
          <a:prstGeom prst="rect">
            <a:avLst/>
          </a:prstGeom>
        </p:spPr>
        <p:txBody>
          <a:bodyPr/>
          <a:lstStyle/>
          <a:p>
            <a:pPr/>
          </a:p>
        </p:txBody>
      </p:sp>
      <p:sp>
        <p:nvSpPr>
          <p:cNvPr id="197" name="Shape 197"/>
          <p:cNvSpPr/>
          <p:nvPr>
            <p:ph type="body" sz="quarter" idx="1"/>
          </p:nvPr>
        </p:nvSpPr>
        <p:spPr>
          <a:prstGeom prst="rect">
            <a:avLst/>
          </a:prstGeom>
        </p:spPr>
        <p:txBody>
          <a:bodyPr/>
          <a:lstStyle/>
          <a:p>
            <a:pPr/>
            <a:r>
              <a:rPr>
                <a:latin typeface="+mn-lt"/>
                <a:ea typeface="+mn-ea"/>
                <a:cs typeface="+mn-cs"/>
                <a:sym typeface="Helvetica"/>
              </a:rPr>
              <a:t>남은 건 세 가지입니다</a:t>
            </a:r>
            <a:r>
              <a:t>. </a:t>
            </a:r>
            <a:r>
              <a:rPr>
                <a:latin typeface="+mn-lt"/>
                <a:ea typeface="+mn-ea"/>
                <a:cs typeface="+mn-cs"/>
                <a:sym typeface="Helvetica"/>
              </a:rPr>
              <a:t>리허설</a:t>
            </a:r>
            <a:r>
              <a:t>, </a:t>
            </a:r>
            <a:r>
              <a:rPr>
                <a:latin typeface="+mn-lt"/>
                <a:ea typeface="+mn-ea"/>
                <a:cs typeface="+mn-cs"/>
                <a:sym typeface="Helvetica"/>
              </a:rPr>
              <a:t>팀원 일정과 연습용 페이지 정하기</a:t>
            </a:r>
            <a:r>
              <a:t>, </a:t>
            </a:r>
            <a:r>
              <a:rPr>
                <a:latin typeface="+mn-lt"/>
                <a:ea typeface="+mn-ea"/>
                <a:cs typeface="+mn-cs"/>
                <a:sym typeface="Helvetica"/>
              </a:rPr>
              <a:t>그리고 두 분 셋업입니다</a:t>
            </a:r>
            <a:r>
              <a:t>. </a:t>
            </a:r>
            <a:r>
              <a:rPr>
                <a:latin typeface="+mn-lt"/>
                <a:ea typeface="+mn-ea"/>
                <a:cs typeface="+mn-cs"/>
                <a:sym typeface="Helvetica"/>
              </a:rPr>
              <a:t>세부 할 일은 </a:t>
            </a:r>
            <a:r>
              <a:t>28</a:t>
            </a:r>
            <a:r>
              <a:rPr>
                <a:latin typeface="+mn-lt"/>
                <a:ea typeface="+mn-ea"/>
                <a:cs typeface="+mn-cs"/>
                <a:sym typeface="Helvetica"/>
              </a:rPr>
              <a:t>개 중 </a:t>
            </a:r>
            <a:r>
              <a:t>21</a:t>
            </a:r>
            <a:r>
              <a:rPr>
                <a:latin typeface="+mn-lt"/>
                <a:ea typeface="+mn-ea"/>
                <a:cs typeface="+mn-cs"/>
                <a:sym typeface="Helvetica"/>
              </a:rPr>
              <a:t>개 완료</a:t>
            </a:r>
            <a:r>
              <a:t>, </a:t>
            </a:r>
            <a:r>
              <a:rPr>
                <a:latin typeface="+mn-lt"/>
                <a:ea typeface="+mn-ea"/>
                <a:cs typeface="+mn-cs"/>
                <a:sym typeface="Helvetica"/>
              </a:rPr>
              <a:t>제품팀 결함 전달문 한 건은 보류했습니다</a:t>
            </a:r>
            <a:r>
              <a:t>. </a:t>
            </a:r>
            <a:r>
              <a:rPr>
                <a:latin typeface="+mn-lt"/>
                <a:ea typeface="+mn-ea"/>
                <a:cs typeface="+mn-cs"/>
                <a:sym typeface="Helvetica"/>
              </a:rPr>
              <a:t>오른쪽 아래는 알아 두실 점입니다</a:t>
            </a:r>
            <a:r>
              <a:t>. Claude</a:t>
            </a:r>
            <a:r>
              <a:rPr>
                <a:latin typeface="+mn-lt"/>
                <a:ea typeface="+mn-ea"/>
                <a:cs typeface="+mn-cs"/>
                <a:sym typeface="Helvetica"/>
              </a:rPr>
              <a:t>는 기능을 외우지 않고 사전을 찾아보기 때문에</a:t>
            </a:r>
            <a:r>
              <a:t>, </a:t>
            </a:r>
            <a:r>
              <a:rPr>
                <a:latin typeface="+mn-lt"/>
                <a:ea typeface="+mn-ea"/>
                <a:cs typeface="+mn-cs"/>
                <a:sym typeface="Helvetica"/>
              </a:rPr>
              <a:t>사전에서 아직 확인 안 된 것은 모른다고 답합니다</a:t>
            </a:r>
            <a:r>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2" name="Shape 242"/>
          <p:cNvSpPr/>
          <p:nvPr>
            <p:ph type="sldImg"/>
          </p:nvPr>
        </p:nvSpPr>
        <p:spPr>
          <a:prstGeom prst="rect">
            <a:avLst/>
          </a:prstGeom>
        </p:spPr>
        <p:txBody>
          <a:bodyPr/>
          <a:lstStyle/>
          <a:p>
            <a:pPr/>
          </a:p>
        </p:txBody>
      </p:sp>
      <p:sp>
        <p:nvSpPr>
          <p:cNvPr id="243" name="Shape 243"/>
          <p:cNvSpPr/>
          <p:nvPr>
            <p:ph type="body" sz="quarter" idx="1"/>
          </p:nvPr>
        </p:nvSpPr>
        <p:spPr>
          <a:prstGeom prst="rect">
            <a:avLst/>
          </a:prstGeom>
        </p:spPr>
        <p:txBody>
          <a:bodyPr/>
          <a:lstStyle/>
          <a:p>
            <a:pPr/>
            <a:r>
              <a:rPr>
                <a:latin typeface="+mn-lt"/>
                <a:ea typeface="+mn-ea"/>
                <a:cs typeface="+mn-cs"/>
                <a:sym typeface="Helvetica"/>
              </a:rPr>
              <a:t>시작 전에 두 가지만 준비하시면 됩니다</a:t>
            </a:r>
            <a:r>
              <a:t>. </a:t>
            </a:r>
            <a:r>
              <a:rPr>
                <a:latin typeface="+mn-lt"/>
                <a:ea typeface="+mn-ea"/>
                <a:cs typeface="+mn-cs"/>
                <a:sym typeface="Helvetica"/>
              </a:rPr>
              <a:t>왼쪽 준비물 네 가지를 담당자에게 받으시고</a:t>
            </a:r>
            <a:r>
              <a:t>, </a:t>
            </a:r>
            <a:r>
              <a:rPr>
                <a:latin typeface="+mn-lt"/>
                <a:ea typeface="+mn-ea"/>
                <a:cs typeface="+mn-cs"/>
                <a:sym typeface="Helvetica"/>
              </a:rPr>
              <a:t>오른쪽 터미널 쓰는 법만 알면 됩니다</a:t>
            </a:r>
            <a:r>
              <a:t>. </a:t>
            </a:r>
            <a:r>
              <a:rPr>
                <a:latin typeface="+mn-lt"/>
                <a:ea typeface="+mn-ea"/>
                <a:cs typeface="+mn-cs"/>
                <a:sym typeface="Helvetica"/>
              </a:rPr>
              <a:t>명령어 뜻을 이해할 필요는 없고</a:t>
            </a:r>
            <a:r>
              <a:t>, </a:t>
            </a:r>
            <a:r>
              <a:rPr>
                <a:latin typeface="+mn-lt"/>
                <a:ea typeface="+mn-ea"/>
                <a:cs typeface="+mn-cs"/>
                <a:sym typeface="Helvetica"/>
              </a:rPr>
              <a:t>복사해서 붙여넣고 엔터만 누르면 됩니다</a:t>
            </a:r>
            <a:r>
              <a:t>. </a:t>
            </a:r>
            <a:r>
              <a:rPr>
                <a:latin typeface="+mn-lt"/>
                <a:ea typeface="+mn-ea"/>
                <a:cs typeface="+mn-cs"/>
                <a:sym typeface="Helvetica"/>
              </a:rPr>
              <a:t>한 가지 주의</a:t>
            </a:r>
            <a:r>
              <a:t>, </a:t>
            </a:r>
            <a:r>
              <a:rPr>
                <a:latin typeface="+mn-lt"/>
                <a:ea typeface="+mn-ea"/>
                <a:cs typeface="+mn-cs"/>
                <a:sym typeface="Helvetica"/>
              </a:rPr>
              <a:t>다른 사람의 </a:t>
            </a:r>
            <a:r>
              <a:t>credentials.json </a:t>
            </a:r>
            <a:r>
              <a:rPr>
                <a:latin typeface="+mn-lt"/>
                <a:ea typeface="+mn-ea"/>
                <a:cs typeface="+mn-cs"/>
                <a:sym typeface="Helvetica"/>
              </a:rPr>
              <a:t>파일은 절대 받지 마세요</a:t>
            </a:r>
            <a:r>
              <a:t>. </a:t>
            </a:r>
            <a:r>
              <a:rPr>
                <a:latin typeface="+mn-lt"/>
                <a:ea typeface="+mn-ea"/>
                <a:cs typeface="+mn-cs"/>
                <a:sym typeface="Helvetica"/>
              </a:rPr>
              <a:t>서로 로그인이 풀립니다</a:t>
            </a:r>
            <a:r>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3" name="Shape 293"/>
          <p:cNvSpPr/>
          <p:nvPr>
            <p:ph type="sldImg"/>
          </p:nvPr>
        </p:nvSpPr>
        <p:spPr>
          <a:prstGeom prst="rect">
            <a:avLst/>
          </a:prstGeom>
        </p:spPr>
        <p:txBody>
          <a:bodyPr/>
          <a:lstStyle/>
          <a:p>
            <a:pPr/>
          </a:p>
        </p:txBody>
      </p:sp>
      <p:sp>
        <p:nvSpPr>
          <p:cNvPr id="294" name="Shape 294"/>
          <p:cNvSpPr/>
          <p:nvPr>
            <p:ph type="body" sz="quarter" idx="1"/>
          </p:nvPr>
        </p:nvSpPr>
        <p:spPr>
          <a:prstGeom prst="rect">
            <a:avLst/>
          </a:prstGeom>
        </p:spPr>
        <p:txBody>
          <a:bodyPr/>
          <a:lstStyle/>
          <a:p>
            <a:pPr/>
            <a:r>
              <a:rPr>
                <a:latin typeface="+mn-lt"/>
                <a:ea typeface="+mn-ea"/>
                <a:cs typeface="+mn-cs"/>
                <a:sym typeface="Helvetica"/>
              </a:rPr>
              <a:t>어디서부터 시작하는지는 한 가지로 갈립니다</a:t>
            </a:r>
            <a:r>
              <a:t>. </a:t>
            </a:r>
            <a:r>
              <a:rPr>
                <a:latin typeface="+mn-lt"/>
                <a:ea typeface="+mn-ea"/>
                <a:cs typeface="+mn-cs"/>
                <a:sym typeface="Helvetica"/>
              </a:rPr>
              <a:t>이 맥에 볼트 여섯 개가 이미 있느냐입니다</a:t>
            </a:r>
            <a:r>
              <a:t>. </a:t>
            </a:r>
            <a:r>
              <a:rPr>
                <a:latin typeface="+mn-lt"/>
                <a:ea typeface="+mn-ea"/>
                <a:cs typeface="+mn-cs"/>
                <a:sym typeface="Helvetica"/>
              </a:rPr>
              <a:t>없으면 왼쪽 </a:t>
            </a:r>
            <a:r>
              <a:t>A, </a:t>
            </a:r>
            <a:r>
              <a:rPr>
                <a:latin typeface="+mn-lt"/>
                <a:ea typeface="+mn-ea"/>
                <a:cs typeface="+mn-cs"/>
                <a:sym typeface="Helvetica"/>
              </a:rPr>
              <a:t>온보딩 문서 </a:t>
            </a:r>
            <a:r>
              <a:t>2</a:t>
            </a:r>
            <a:r>
              <a:rPr>
                <a:latin typeface="+mn-lt"/>
                <a:ea typeface="+mn-ea"/>
                <a:cs typeface="+mn-cs"/>
                <a:sym typeface="Helvetica"/>
              </a:rPr>
              <a:t>장과 </a:t>
            </a:r>
            <a:r>
              <a:t>3</a:t>
            </a:r>
            <a:r>
              <a:rPr>
                <a:latin typeface="+mn-lt"/>
                <a:ea typeface="+mn-ea"/>
                <a:cs typeface="+mn-cs"/>
                <a:sym typeface="Helvetica"/>
              </a:rPr>
              <a:t>장을 먼저 하고 </a:t>
            </a:r>
            <a:r>
              <a:t>STEP 1</a:t>
            </a:r>
            <a:r>
              <a:rPr>
                <a:latin typeface="+mn-lt"/>
                <a:ea typeface="+mn-ea"/>
                <a:cs typeface="+mn-cs"/>
                <a:sym typeface="Helvetica"/>
              </a:rPr>
              <a:t>로 넘어옵니다</a:t>
            </a:r>
            <a:r>
              <a:t>. GitHub </a:t>
            </a:r>
            <a:r>
              <a:rPr>
                <a:latin typeface="+mn-lt"/>
                <a:ea typeface="+mn-ea"/>
                <a:cs typeface="+mn-cs"/>
                <a:sym typeface="Helvetica"/>
              </a:rPr>
              <a:t>계정은 같아도 </a:t>
            </a:r>
            <a:r>
              <a:t>SSH </a:t>
            </a:r>
            <a:r>
              <a:rPr>
                <a:latin typeface="+mn-lt"/>
                <a:ea typeface="+mn-ea"/>
                <a:cs typeface="+mn-cs"/>
                <a:sym typeface="Helvetica"/>
              </a:rPr>
              <a:t>키는 맥마다 새로 만들어야 합니다</a:t>
            </a:r>
            <a:r>
              <a:t>. </a:t>
            </a:r>
            <a:r>
              <a:rPr>
                <a:latin typeface="+mn-lt"/>
                <a:ea typeface="+mn-ea"/>
                <a:cs typeface="+mn-cs"/>
                <a:sym typeface="Helvetica"/>
              </a:rPr>
              <a:t>이미 볼트를 쓰고 있는 맥이면 오른쪽 </a:t>
            </a:r>
            <a:r>
              <a:t>B, </a:t>
            </a:r>
            <a:r>
              <a:rPr>
                <a:latin typeface="+mn-lt"/>
                <a:ea typeface="+mn-ea"/>
                <a:cs typeface="+mn-cs"/>
                <a:sym typeface="Helvetica"/>
              </a:rPr>
              <a:t>위치를 확인하고 최신으로 받은 뒤 바로 </a:t>
            </a:r>
            <a:r>
              <a:t>STEP 1</a:t>
            </a:r>
            <a:r>
              <a:rPr>
                <a:latin typeface="+mn-lt"/>
                <a:ea typeface="+mn-ea"/>
                <a:cs typeface="+mn-cs"/>
                <a:sym typeface="Helvetica"/>
              </a:rPr>
              <a:t>부터 하면 됩니다</a:t>
            </a:r>
            <a:r>
              <a:t>. </a:t>
            </a:r>
            <a:r>
              <a:rPr>
                <a:latin typeface="+mn-lt"/>
                <a:ea typeface="+mn-ea"/>
                <a:cs typeface="+mn-cs"/>
                <a:sym typeface="Helvetica"/>
              </a:rPr>
              <a:t>이때 허브를 먼저 받아야 동기화 스크립트가 생깁니다</a:t>
            </a:r>
            <a:r>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5" name="Shape 355"/>
          <p:cNvSpPr/>
          <p:nvPr>
            <p:ph type="sldImg"/>
          </p:nvPr>
        </p:nvSpPr>
        <p:spPr>
          <a:prstGeom prst="rect">
            <a:avLst/>
          </a:prstGeom>
        </p:spPr>
        <p:txBody>
          <a:bodyPr/>
          <a:lstStyle/>
          <a:p>
            <a:pPr/>
          </a:p>
        </p:txBody>
      </p:sp>
      <p:sp>
        <p:nvSpPr>
          <p:cNvPr id="356" name="Shape 356"/>
          <p:cNvSpPr/>
          <p:nvPr>
            <p:ph type="body" sz="quarter" idx="1"/>
          </p:nvPr>
        </p:nvSpPr>
        <p:spPr>
          <a:prstGeom prst="rect">
            <a:avLst/>
          </a:prstGeom>
        </p:spPr>
        <p:txBody>
          <a:bodyPr/>
          <a:lstStyle/>
          <a:p>
            <a:pPr/>
            <a:r>
              <a:rPr>
                <a:latin typeface="+mn-lt"/>
                <a:ea typeface="+mn-ea"/>
                <a:cs typeface="+mn-cs"/>
                <a:sym typeface="Helvetica"/>
              </a:rPr>
              <a:t>전체 지도입니다</a:t>
            </a:r>
            <a:r>
              <a:t>. </a:t>
            </a:r>
            <a:r>
              <a:rPr>
                <a:latin typeface="+mn-lt"/>
                <a:ea typeface="+mn-ea"/>
                <a:cs typeface="+mn-cs"/>
                <a:sym typeface="Helvetica"/>
              </a:rPr>
              <a:t>설치 세 단계</a:t>
            </a:r>
            <a:r>
              <a:t>, </a:t>
            </a:r>
            <a:r>
              <a:rPr>
                <a:latin typeface="+mn-lt"/>
                <a:ea typeface="+mn-ea"/>
                <a:cs typeface="+mn-cs"/>
                <a:sym typeface="Helvetica"/>
              </a:rPr>
              <a:t>연결 두 단계</a:t>
            </a:r>
            <a:r>
              <a:t>, </a:t>
            </a:r>
            <a:r>
              <a:rPr>
                <a:latin typeface="+mn-lt"/>
                <a:ea typeface="+mn-ea"/>
                <a:cs typeface="+mn-cs"/>
                <a:sym typeface="Helvetica"/>
              </a:rPr>
              <a:t>확인 네 단계입니다</a:t>
            </a:r>
            <a:r>
              <a:t>. </a:t>
            </a:r>
            <a:r>
              <a:rPr>
                <a:latin typeface="+mn-lt"/>
                <a:ea typeface="+mn-ea"/>
                <a:cs typeface="+mn-cs"/>
                <a:sym typeface="Helvetica"/>
              </a:rPr>
              <a:t>처음 저장소를 받으시는 분은 그 전에 온보딩 문서 </a:t>
            </a:r>
            <a:r>
              <a:t>3</a:t>
            </a:r>
            <a:r>
              <a:rPr>
                <a:latin typeface="+mn-lt"/>
                <a:ea typeface="+mn-ea"/>
                <a:cs typeface="+mn-cs"/>
                <a:sym typeface="Helvetica"/>
              </a:rPr>
              <a:t>장</a:t>
            </a:r>
            <a:r>
              <a:t>, SSH </a:t>
            </a:r>
            <a:r>
              <a:rPr>
                <a:latin typeface="+mn-lt"/>
                <a:ea typeface="+mn-ea"/>
                <a:cs typeface="+mn-cs"/>
                <a:sym typeface="Helvetica"/>
              </a:rPr>
              <a:t>키 만들고 저장소 받고 옵시디언에서 여는 과정을 먼저 하시면 됩니다</a:t>
            </a:r>
            <a:r>
              <a:t>. </a:t>
            </a:r>
            <a:r>
              <a:rPr>
                <a:latin typeface="+mn-lt"/>
                <a:ea typeface="+mn-ea"/>
                <a:cs typeface="+mn-cs"/>
                <a:sym typeface="Helvetica"/>
              </a:rPr>
              <a:t>이제부터 한 장에 한 단계씩 보겠습니다</a:t>
            </a:r>
            <a:r>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6" name="Shape 396"/>
          <p:cNvSpPr/>
          <p:nvPr>
            <p:ph type="sldImg"/>
          </p:nvPr>
        </p:nvSpPr>
        <p:spPr>
          <a:prstGeom prst="rect">
            <a:avLst/>
          </a:prstGeom>
        </p:spPr>
        <p:txBody>
          <a:bodyPr/>
          <a:lstStyle/>
          <a:p>
            <a:pPr/>
          </a:p>
        </p:txBody>
      </p:sp>
      <p:sp>
        <p:nvSpPr>
          <p:cNvPr id="397" name="Shape 397"/>
          <p:cNvSpPr/>
          <p:nvPr>
            <p:ph type="body" sz="quarter" idx="1"/>
          </p:nvPr>
        </p:nvSpPr>
        <p:spPr>
          <a:prstGeom prst="rect">
            <a:avLst/>
          </a:prstGeom>
        </p:spPr>
        <p:txBody>
          <a:bodyPr/>
          <a:lstStyle/>
          <a:p>
            <a:pPr/>
            <a:r>
              <a:rPr>
                <a:latin typeface="+mn-lt"/>
                <a:ea typeface="+mn-ea"/>
                <a:cs typeface="+mn-cs"/>
                <a:sym typeface="Helvetica"/>
              </a:rPr>
              <a:t>첫 단계는 </a:t>
            </a:r>
            <a:r>
              <a:t>Claude Code </a:t>
            </a:r>
            <a:r>
              <a:rPr>
                <a:latin typeface="+mn-lt"/>
                <a:ea typeface="+mn-ea"/>
                <a:cs typeface="+mn-cs"/>
                <a:sym typeface="Helvetica"/>
              </a:rPr>
              <a:t>설치입니다</a:t>
            </a:r>
            <a:r>
              <a:t>. </a:t>
            </a:r>
            <a:r>
              <a:rPr>
                <a:latin typeface="+mn-lt"/>
                <a:ea typeface="+mn-ea"/>
                <a:cs typeface="+mn-cs"/>
                <a:sym typeface="Helvetica"/>
              </a:rPr>
              <a:t>옵시디언 안의 </a:t>
            </a:r>
            <a:r>
              <a:t>Claude</a:t>
            </a:r>
            <a:r>
              <a:rPr>
                <a:latin typeface="+mn-lt"/>
                <a:ea typeface="+mn-ea"/>
                <a:cs typeface="+mn-cs"/>
                <a:sym typeface="Helvetica"/>
              </a:rPr>
              <a:t>가 이 프로그램을 씁니다</a:t>
            </a:r>
            <a:r>
              <a:t>. </a:t>
            </a:r>
            <a:r>
              <a:rPr>
                <a:latin typeface="+mn-lt"/>
                <a:ea typeface="+mn-ea"/>
                <a:cs typeface="+mn-cs"/>
                <a:sym typeface="Helvetica"/>
              </a:rPr>
              <a:t>터미널을 열고 첫 줄을 붙여넣어 설치한 뒤</a:t>
            </a:r>
            <a:r>
              <a:t>, claude</a:t>
            </a:r>
            <a:r>
              <a:rPr>
                <a:latin typeface="+mn-lt"/>
                <a:ea typeface="+mn-ea"/>
                <a:cs typeface="+mn-cs"/>
                <a:sym typeface="Helvetica"/>
              </a:rPr>
              <a:t>라고 입력하면 브라우저에서 로그인 창이 뜹니다</a:t>
            </a:r>
            <a:r>
              <a:t>. </a:t>
            </a:r>
            <a:r>
              <a:rPr>
                <a:latin typeface="+mn-lt"/>
                <a:ea typeface="+mn-ea"/>
                <a:cs typeface="+mn-cs"/>
                <a:sym typeface="Helvetica"/>
              </a:rPr>
              <a:t>로그인하고 터미널로 돌아와 </a:t>
            </a:r>
            <a:r>
              <a:t>/exit</a:t>
            </a:r>
            <a:r>
              <a:rPr>
                <a:latin typeface="+mn-lt"/>
                <a:ea typeface="+mn-ea"/>
                <a:cs typeface="+mn-cs"/>
                <a:sym typeface="Helvetica"/>
              </a:rPr>
              <a:t>를 입력하면 끝입니다</a:t>
            </a:r>
            <a:r>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4" name="Shape 434"/>
          <p:cNvSpPr/>
          <p:nvPr>
            <p:ph type="sldImg"/>
          </p:nvPr>
        </p:nvSpPr>
        <p:spPr>
          <a:prstGeom prst="rect">
            <a:avLst/>
          </a:prstGeom>
        </p:spPr>
        <p:txBody>
          <a:bodyPr/>
          <a:lstStyle/>
          <a:p>
            <a:pPr/>
          </a:p>
        </p:txBody>
      </p:sp>
      <p:sp>
        <p:nvSpPr>
          <p:cNvPr id="435" name="Shape 435"/>
          <p:cNvSpPr/>
          <p:nvPr>
            <p:ph type="body" sz="quarter" idx="1"/>
          </p:nvPr>
        </p:nvSpPr>
        <p:spPr>
          <a:prstGeom prst="rect">
            <a:avLst/>
          </a:prstGeom>
        </p:spPr>
        <p:txBody>
          <a:bodyPr/>
          <a:lstStyle/>
          <a:p>
            <a:pPr/>
            <a:r>
              <a:rPr>
                <a:latin typeface="+mn-lt"/>
                <a:ea typeface="+mn-ea"/>
                <a:cs typeface="+mn-cs"/>
                <a:sym typeface="Helvetica"/>
              </a:rPr>
              <a:t>두 번째는 </a:t>
            </a:r>
            <a:r>
              <a:t>Claudian, </a:t>
            </a:r>
            <a:r>
              <a:rPr>
                <a:latin typeface="+mn-lt"/>
                <a:ea typeface="+mn-ea"/>
                <a:cs typeface="+mn-cs"/>
                <a:sym typeface="Helvetica"/>
              </a:rPr>
              <a:t>옵시디언 안의 </a:t>
            </a:r>
            <a:r>
              <a:t>Claude </a:t>
            </a:r>
            <a:r>
              <a:rPr>
                <a:latin typeface="+mn-lt"/>
                <a:ea typeface="+mn-ea"/>
                <a:cs typeface="+mn-cs"/>
                <a:sym typeface="Helvetica"/>
              </a:rPr>
              <a:t>창입니다</a:t>
            </a:r>
            <a:r>
              <a:t>. </a:t>
            </a:r>
            <a:r>
              <a:rPr>
                <a:latin typeface="+mn-lt"/>
                <a:ea typeface="+mn-ea"/>
                <a:cs typeface="+mn-cs"/>
                <a:sym typeface="Helvetica"/>
              </a:rPr>
              <a:t>허브 볼트와 서비스 볼트에는 이미 있어서</a:t>
            </a:r>
            <a:r>
              <a:t>, </a:t>
            </a:r>
            <a:r>
              <a:rPr>
                <a:latin typeface="+mn-lt"/>
                <a:ea typeface="+mn-ea"/>
                <a:cs typeface="+mn-cs"/>
                <a:sym typeface="Helvetica"/>
              </a:rPr>
              <a:t>명령 한 번으로 나머지 네 볼트에 복사합니다</a:t>
            </a:r>
            <a:r>
              <a:t>. </a:t>
            </a:r>
            <a:r>
              <a:rPr>
                <a:latin typeface="+mn-lt"/>
                <a:ea typeface="+mn-ea"/>
                <a:cs typeface="+mn-cs"/>
                <a:sym typeface="Helvetica"/>
              </a:rPr>
              <a:t>옵시디언을 껐다 켜고</a:t>
            </a:r>
            <a:r>
              <a:t>, </a:t>
            </a:r>
            <a:r>
              <a:rPr>
                <a:latin typeface="+mn-lt"/>
                <a:ea typeface="+mn-ea"/>
                <a:cs typeface="+mn-cs"/>
                <a:sym typeface="Helvetica"/>
              </a:rPr>
              <a:t>볼트마다 커뮤니티 플러그인에서 </a:t>
            </a:r>
            <a:r>
              <a:t>Claudian</a:t>
            </a:r>
            <a:r>
              <a:rPr>
                <a:latin typeface="+mn-lt"/>
                <a:ea typeface="+mn-ea"/>
                <a:cs typeface="+mn-cs"/>
                <a:sym typeface="Helvetica"/>
              </a:rPr>
              <a:t>이 켜져 있는지</a:t>
            </a:r>
            <a:r>
              <a:t>, </a:t>
            </a:r>
            <a:r>
              <a:rPr>
                <a:latin typeface="+mn-lt"/>
                <a:ea typeface="+mn-ea"/>
                <a:cs typeface="+mn-cs"/>
                <a:sym typeface="Helvetica"/>
              </a:rPr>
              <a:t>사용자 설정 불러오기가 켜져 있는지 확인합니다</a:t>
            </a:r>
            <a:r>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2" name="Shape 472"/>
          <p:cNvSpPr/>
          <p:nvPr>
            <p:ph type="sldImg"/>
          </p:nvPr>
        </p:nvSpPr>
        <p:spPr>
          <a:prstGeom prst="rect">
            <a:avLst/>
          </a:prstGeom>
        </p:spPr>
        <p:txBody>
          <a:bodyPr/>
          <a:lstStyle/>
          <a:p>
            <a:pPr/>
          </a:p>
        </p:txBody>
      </p:sp>
      <p:sp>
        <p:nvSpPr>
          <p:cNvPr id="473" name="Shape 473"/>
          <p:cNvSpPr/>
          <p:nvPr>
            <p:ph type="body" sz="quarter" idx="1"/>
          </p:nvPr>
        </p:nvSpPr>
        <p:spPr>
          <a:prstGeom prst="rect">
            <a:avLst/>
          </a:prstGeom>
        </p:spPr>
        <p:txBody>
          <a:bodyPr/>
          <a:lstStyle/>
          <a:p>
            <a:pPr/>
            <a:r>
              <a:rPr>
                <a:latin typeface="+mn-lt"/>
                <a:ea typeface="+mn-ea"/>
                <a:cs typeface="+mn-cs"/>
                <a:sym typeface="Helvetica"/>
              </a:rPr>
              <a:t>세 번째는 </a:t>
            </a:r>
            <a:r>
              <a:t>gstack, Claude</a:t>
            </a:r>
            <a:r>
              <a:rPr>
                <a:latin typeface="+mn-lt"/>
                <a:ea typeface="+mn-ea"/>
                <a:cs typeface="+mn-cs"/>
                <a:sym typeface="Helvetica"/>
              </a:rPr>
              <a:t>가 에디터를 조작할 때 쓰는 브라우저입니다</a:t>
            </a:r>
            <a:r>
              <a:t>. </a:t>
            </a:r>
            <a:r>
              <a:rPr>
                <a:latin typeface="+mn-lt"/>
                <a:ea typeface="+mn-ea"/>
                <a:cs typeface="+mn-cs"/>
                <a:sym typeface="Helvetica"/>
              </a:rPr>
              <a:t>먼저 </a:t>
            </a:r>
            <a:r>
              <a:t>Bun</a:t>
            </a:r>
            <a:r>
              <a:rPr>
                <a:latin typeface="+mn-lt"/>
                <a:ea typeface="+mn-ea"/>
                <a:cs typeface="+mn-cs"/>
                <a:sym typeface="Helvetica"/>
              </a:rPr>
              <a:t>이라는 설치 도구가 필요하고</a:t>
            </a:r>
            <a:r>
              <a:t>, </a:t>
            </a:r>
            <a:r>
              <a:rPr>
                <a:latin typeface="+mn-lt"/>
                <a:ea typeface="+mn-ea"/>
                <a:cs typeface="+mn-cs"/>
                <a:sym typeface="Helvetica"/>
              </a:rPr>
              <a:t>새로 깔았다면 터미널을 새로 열어야 합니다</a:t>
            </a:r>
            <a:r>
              <a:t>. </a:t>
            </a:r>
            <a:r>
              <a:rPr>
                <a:latin typeface="+mn-lt"/>
                <a:ea typeface="+mn-ea"/>
                <a:cs typeface="+mn-cs"/>
                <a:sym typeface="Helvetica"/>
              </a:rPr>
              <a:t>그다음 </a:t>
            </a:r>
            <a:r>
              <a:t>gstack</a:t>
            </a:r>
            <a:r>
              <a:rPr>
                <a:latin typeface="+mn-lt"/>
                <a:ea typeface="+mn-ea"/>
                <a:cs typeface="+mn-cs"/>
                <a:sym typeface="Helvetica"/>
              </a:rPr>
              <a:t>을 받아 설치하고</a:t>
            </a:r>
            <a:r>
              <a:t>, </a:t>
            </a:r>
            <a:r>
              <a:rPr>
                <a:latin typeface="+mn-lt"/>
                <a:ea typeface="+mn-ea"/>
                <a:cs typeface="+mn-cs"/>
                <a:sym typeface="Helvetica"/>
              </a:rPr>
              <a:t>마지막 줄로 확인합니다</a:t>
            </a:r>
            <a:r>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0" name="Shape 510"/>
          <p:cNvSpPr/>
          <p:nvPr>
            <p:ph type="sldImg"/>
          </p:nvPr>
        </p:nvSpPr>
        <p:spPr>
          <a:prstGeom prst="rect">
            <a:avLst/>
          </a:prstGeom>
        </p:spPr>
        <p:txBody>
          <a:bodyPr/>
          <a:lstStyle/>
          <a:p>
            <a:pPr/>
          </a:p>
        </p:txBody>
      </p:sp>
      <p:sp>
        <p:nvSpPr>
          <p:cNvPr id="511" name="Shape 511"/>
          <p:cNvSpPr/>
          <p:nvPr>
            <p:ph type="body" sz="quarter" idx="1"/>
          </p:nvPr>
        </p:nvSpPr>
        <p:spPr>
          <a:prstGeom prst="rect">
            <a:avLst/>
          </a:prstGeom>
        </p:spPr>
        <p:txBody>
          <a:bodyPr/>
          <a:lstStyle/>
          <a:p>
            <a:pPr/>
            <a:r>
              <a:rPr>
                <a:latin typeface="+mn-lt"/>
                <a:ea typeface="+mn-ea"/>
                <a:cs typeface="+mn-cs"/>
                <a:sym typeface="Helvetica"/>
              </a:rPr>
              <a:t>네 번째는 셋업 스크립트입니다</a:t>
            </a:r>
            <a:r>
              <a:t>. </a:t>
            </a:r>
            <a:r>
              <a:rPr>
                <a:latin typeface="+mn-lt"/>
                <a:ea typeface="+mn-ea"/>
                <a:cs typeface="+mn-cs"/>
                <a:sym typeface="Helvetica"/>
              </a:rPr>
              <a:t>한 줄이면 필요한 연결이 전부 됩니다</a:t>
            </a:r>
            <a:r>
              <a:t>. </a:t>
            </a:r>
            <a:r>
              <a:rPr>
                <a:latin typeface="+mn-lt"/>
                <a:ea typeface="+mn-ea"/>
                <a:cs typeface="+mn-cs"/>
                <a:sym typeface="Helvetica"/>
              </a:rPr>
              <a:t>처음 실행하면 </a:t>
            </a:r>
            <a:r>
              <a:t>cdbd.env </a:t>
            </a:r>
            <a:r>
              <a:rPr>
                <a:latin typeface="+mn-lt"/>
                <a:ea typeface="+mn-ea"/>
                <a:cs typeface="+mn-cs"/>
                <a:sym typeface="Helvetica"/>
              </a:rPr>
              <a:t>견본을 만들었다는 노란 경고가 나오는데 정상입니다</a:t>
            </a:r>
            <a:r>
              <a:t>. </a:t>
            </a:r>
            <a:r>
              <a:rPr>
                <a:latin typeface="+mn-lt"/>
                <a:ea typeface="+mn-ea"/>
                <a:cs typeface="+mn-cs"/>
                <a:sym typeface="Helvetica"/>
              </a:rPr>
              <a:t>다음 단계에서 그 파일을 채웁니다</a:t>
            </a:r>
            <a:r>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48" name="Shape 548"/>
          <p:cNvSpPr/>
          <p:nvPr>
            <p:ph type="sldImg"/>
          </p:nvPr>
        </p:nvSpPr>
        <p:spPr>
          <a:prstGeom prst="rect">
            <a:avLst/>
          </a:prstGeom>
        </p:spPr>
        <p:txBody>
          <a:bodyPr/>
          <a:lstStyle/>
          <a:p>
            <a:pPr/>
          </a:p>
        </p:txBody>
      </p:sp>
      <p:sp>
        <p:nvSpPr>
          <p:cNvPr id="549" name="Shape 549"/>
          <p:cNvSpPr/>
          <p:nvPr>
            <p:ph type="body" sz="quarter" idx="1"/>
          </p:nvPr>
        </p:nvSpPr>
        <p:spPr>
          <a:prstGeom prst="rect">
            <a:avLst/>
          </a:prstGeom>
        </p:spPr>
        <p:txBody>
          <a:bodyPr/>
          <a:lstStyle/>
          <a:p>
            <a:pPr/>
            <a:r>
              <a:rPr>
                <a:latin typeface="+mn-lt"/>
                <a:ea typeface="+mn-ea"/>
                <a:cs typeface="+mn-cs"/>
                <a:sym typeface="Helvetica"/>
              </a:rPr>
              <a:t>다섯 번째는 </a:t>
            </a:r>
            <a:r>
              <a:t>cdbd.env </a:t>
            </a:r>
            <a:r>
              <a:rPr>
                <a:latin typeface="+mn-lt"/>
                <a:ea typeface="+mn-ea"/>
                <a:cs typeface="+mn-cs"/>
                <a:sym typeface="Helvetica"/>
              </a:rPr>
              <a:t>채우기입니다</a:t>
            </a:r>
            <a:r>
              <a:t>. </a:t>
            </a:r>
            <a:r>
              <a:rPr>
                <a:latin typeface="+mn-lt"/>
                <a:ea typeface="+mn-ea"/>
                <a:cs typeface="+mn-cs"/>
                <a:sym typeface="Helvetica"/>
              </a:rPr>
              <a:t>첫 줄로 파일을 열고</a:t>
            </a:r>
            <a:r>
              <a:t>, </a:t>
            </a:r>
            <a:r>
              <a:rPr>
                <a:latin typeface="+mn-lt"/>
                <a:ea typeface="+mn-ea"/>
                <a:cs typeface="+mn-cs"/>
                <a:sym typeface="Helvetica"/>
              </a:rPr>
              <a:t>등호 뒤에 받은 값을 띄어쓰기 없이 붙여 씁니다</a:t>
            </a:r>
            <a:r>
              <a:t>. </a:t>
            </a:r>
            <a:r>
              <a:rPr>
                <a:latin typeface="+mn-lt"/>
                <a:ea typeface="+mn-ea"/>
                <a:cs typeface="+mn-cs"/>
                <a:sym typeface="Helvetica"/>
              </a:rPr>
              <a:t>저장하고 셋업을 한 번 더 돌리면 확인 필요 </a:t>
            </a:r>
            <a:r>
              <a:t>0</a:t>
            </a:r>
            <a:r>
              <a:rPr>
                <a:latin typeface="+mn-lt"/>
                <a:ea typeface="+mn-ea"/>
                <a:cs typeface="+mn-cs"/>
                <a:sym typeface="Helvetica"/>
              </a:rPr>
              <a:t>이 나와야 합니다</a:t>
            </a:r>
            <a:r>
              <a:t>. </a:t>
            </a:r>
            <a:r>
              <a:rPr>
                <a:latin typeface="+mn-lt"/>
                <a:ea typeface="+mn-ea"/>
                <a:cs typeface="+mn-cs"/>
                <a:sym typeface="Helvetica"/>
              </a:rPr>
              <a:t>다시 강조하지만 </a:t>
            </a:r>
            <a:r>
              <a:t>credentials.json</a:t>
            </a:r>
            <a:r>
              <a:rPr>
                <a:latin typeface="+mn-lt"/>
                <a:ea typeface="+mn-ea"/>
                <a:cs typeface="+mn-cs"/>
                <a:sym typeface="Helvetica"/>
              </a:rPr>
              <a:t>은 복사하지 않습니다</a:t>
            </a:r>
            <a:r>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86" name="Shape 586"/>
          <p:cNvSpPr/>
          <p:nvPr>
            <p:ph type="sldImg"/>
          </p:nvPr>
        </p:nvSpPr>
        <p:spPr>
          <a:prstGeom prst="rect">
            <a:avLst/>
          </a:prstGeom>
        </p:spPr>
        <p:txBody>
          <a:bodyPr/>
          <a:lstStyle/>
          <a:p>
            <a:pPr/>
          </a:p>
        </p:txBody>
      </p:sp>
      <p:sp>
        <p:nvSpPr>
          <p:cNvPr id="587" name="Shape 587"/>
          <p:cNvSpPr/>
          <p:nvPr>
            <p:ph type="body" sz="quarter" idx="1"/>
          </p:nvPr>
        </p:nvSpPr>
        <p:spPr>
          <a:prstGeom prst="rect">
            <a:avLst/>
          </a:prstGeom>
        </p:spPr>
        <p:txBody>
          <a:bodyPr/>
          <a:lstStyle/>
          <a:p>
            <a:pPr/>
            <a:r>
              <a:rPr>
                <a:latin typeface="+mn-lt"/>
                <a:ea typeface="+mn-ea"/>
                <a:cs typeface="+mn-cs"/>
                <a:sym typeface="Helvetica"/>
              </a:rPr>
              <a:t>여섯 번째는 폴더 신뢰 승인입니다</a:t>
            </a:r>
            <a:r>
              <a:t>. </a:t>
            </a:r>
            <a:r>
              <a:rPr>
                <a:latin typeface="+mn-lt"/>
                <a:ea typeface="+mn-ea"/>
                <a:cs typeface="+mn-cs"/>
                <a:sym typeface="Helvetica"/>
              </a:rPr>
              <a:t>볼트마다 </a:t>
            </a:r>
            <a:r>
              <a:t>Claude</a:t>
            </a:r>
            <a:r>
              <a:rPr>
                <a:latin typeface="+mn-lt"/>
                <a:ea typeface="+mn-ea"/>
                <a:cs typeface="+mn-cs"/>
                <a:sym typeface="Helvetica"/>
              </a:rPr>
              <a:t>를 한 번 켜서 이 폴더를 믿겠다고 승인하는 것입니다</a:t>
            </a:r>
            <a:r>
              <a:t>. </a:t>
            </a:r>
            <a:r>
              <a:rPr>
                <a:latin typeface="+mn-lt"/>
                <a:ea typeface="+mn-ea"/>
                <a:cs typeface="+mn-cs"/>
                <a:sym typeface="Helvetica"/>
              </a:rPr>
              <a:t>여섯 줄을 하나씩 붙여넣고</a:t>
            </a:r>
            <a:r>
              <a:t>, </a:t>
            </a:r>
            <a:r>
              <a:rPr>
                <a:latin typeface="+mn-lt"/>
                <a:ea typeface="+mn-ea"/>
                <a:cs typeface="+mn-cs"/>
                <a:sym typeface="Helvetica"/>
              </a:rPr>
              <a:t>질문이 나오면 </a:t>
            </a:r>
            <a:r>
              <a:t>Yes proceed</a:t>
            </a:r>
            <a:r>
              <a:rPr>
                <a:latin typeface="+mn-lt"/>
                <a:ea typeface="+mn-ea"/>
                <a:cs typeface="+mn-cs"/>
                <a:sym typeface="Helvetica"/>
              </a:rPr>
              <a:t>에서 엔터</a:t>
            </a:r>
            <a:r>
              <a:t>, </a:t>
            </a:r>
            <a:r>
              <a:rPr>
                <a:latin typeface="+mn-lt"/>
                <a:ea typeface="+mn-ea"/>
                <a:cs typeface="+mn-cs"/>
                <a:sym typeface="Helvetica"/>
              </a:rPr>
              <a:t>그리고 </a:t>
            </a:r>
            <a:r>
              <a:t>/exit</a:t>
            </a:r>
            <a:r>
              <a:rPr>
                <a:latin typeface="+mn-lt"/>
                <a:ea typeface="+mn-ea"/>
                <a:cs typeface="+mn-cs"/>
                <a:sym typeface="Helvetica"/>
              </a:rPr>
              <a:t>입니다</a:t>
            </a:r>
            <a:r>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4" name="Shape 624"/>
          <p:cNvSpPr/>
          <p:nvPr>
            <p:ph type="sldImg"/>
          </p:nvPr>
        </p:nvSpPr>
        <p:spPr>
          <a:prstGeom prst="rect">
            <a:avLst/>
          </a:prstGeom>
        </p:spPr>
        <p:txBody>
          <a:bodyPr/>
          <a:lstStyle/>
          <a:p>
            <a:pPr/>
          </a:p>
        </p:txBody>
      </p:sp>
      <p:sp>
        <p:nvSpPr>
          <p:cNvPr id="625" name="Shape 625"/>
          <p:cNvSpPr/>
          <p:nvPr>
            <p:ph type="body" sz="quarter" idx="1"/>
          </p:nvPr>
        </p:nvSpPr>
        <p:spPr>
          <a:prstGeom prst="rect">
            <a:avLst/>
          </a:prstGeom>
        </p:spPr>
        <p:txBody>
          <a:bodyPr/>
          <a:lstStyle/>
          <a:p>
            <a:pPr/>
            <a:r>
              <a:rPr>
                <a:latin typeface="+mn-lt"/>
                <a:ea typeface="+mn-ea"/>
                <a:cs typeface="+mn-cs"/>
                <a:sym typeface="Helvetica"/>
              </a:rPr>
              <a:t>일곱 번째는 </a:t>
            </a:r>
            <a:r>
              <a:t>Figma </a:t>
            </a:r>
            <a:r>
              <a:rPr>
                <a:latin typeface="+mn-lt"/>
                <a:ea typeface="+mn-ea"/>
                <a:cs typeface="+mn-cs"/>
                <a:sym typeface="Helvetica"/>
              </a:rPr>
              <a:t>연결입니다</a:t>
            </a:r>
            <a:r>
              <a:t>. </a:t>
            </a:r>
            <a:r>
              <a:rPr>
                <a:latin typeface="+mn-lt"/>
                <a:ea typeface="+mn-ea"/>
                <a:cs typeface="+mn-cs"/>
                <a:sym typeface="Helvetica"/>
              </a:rPr>
              <a:t>터미널이 아니라 브라우저에서 합니다</a:t>
            </a:r>
            <a:r>
              <a:t>. claude.ai </a:t>
            </a:r>
            <a:r>
              <a:rPr>
                <a:latin typeface="+mn-lt"/>
                <a:ea typeface="+mn-ea"/>
                <a:cs typeface="+mn-cs"/>
                <a:sym typeface="Helvetica"/>
              </a:rPr>
              <a:t>설정의 커넥터에서 </a:t>
            </a:r>
            <a:r>
              <a:t>Figma</a:t>
            </a:r>
            <a:r>
              <a:rPr>
                <a:latin typeface="+mn-lt"/>
                <a:ea typeface="+mn-ea"/>
                <a:cs typeface="+mn-cs"/>
                <a:sym typeface="Helvetica"/>
              </a:rPr>
              <a:t>를 연결하면 되고</a:t>
            </a:r>
            <a:r>
              <a:t>, </a:t>
            </a:r>
            <a:r>
              <a:rPr>
                <a:latin typeface="+mn-lt"/>
                <a:ea typeface="+mn-ea"/>
                <a:cs typeface="+mn-cs"/>
                <a:sym typeface="Helvetica"/>
              </a:rPr>
              <a:t>계정 단위라 한 번만 하면 됩니다</a:t>
            </a:r>
            <a:r>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2" name="Shape 662"/>
          <p:cNvSpPr/>
          <p:nvPr>
            <p:ph type="sldImg"/>
          </p:nvPr>
        </p:nvSpPr>
        <p:spPr>
          <a:prstGeom prst="rect">
            <a:avLst/>
          </a:prstGeom>
        </p:spPr>
        <p:txBody>
          <a:bodyPr/>
          <a:lstStyle/>
          <a:p>
            <a:pPr/>
          </a:p>
        </p:txBody>
      </p:sp>
      <p:sp>
        <p:nvSpPr>
          <p:cNvPr id="663" name="Shape 663"/>
          <p:cNvSpPr/>
          <p:nvPr>
            <p:ph type="body" sz="quarter" idx="1"/>
          </p:nvPr>
        </p:nvSpPr>
        <p:spPr>
          <a:prstGeom prst="rect">
            <a:avLst/>
          </a:prstGeom>
        </p:spPr>
        <p:txBody>
          <a:bodyPr/>
          <a:lstStyle/>
          <a:p>
            <a:pPr/>
            <a:r>
              <a:rPr>
                <a:latin typeface="+mn-lt"/>
                <a:ea typeface="+mn-ea"/>
                <a:cs typeface="+mn-cs"/>
                <a:sym typeface="Helvetica"/>
              </a:rPr>
              <a:t>여덟 번째는 점검표입니다</a:t>
            </a:r>
            <a:r>
              <a:t>. </a:t>
            </a:r>
            <a:r>
              <a:rPr>
                <a:latin typeface="+mn-lt"/>
                <a:ea typeface="+mn-ea"/>
                <a:cs typeface="+mn-cs"/>
                <a:sym typeface="Helvetica"/>
              </a:rPr>
              <a:t>한 줄이면 </a:t>
            </a:r>
            <a:r>
              <a:t>28</a:t>
            </a:r>
            <a:r>
              <a:rPr>
                <a:latin typeface="+mn-lt"/>
                <a:ea typeface="+mn-ea"/>
                <a:cs typeface="+mn-cs"/>
                <a:sym typeface="Helvetica"/>
              </a:rPr>
              <a:t>개 항목을 확인합니다</a:t>
            </a:r>
            <a:r>
              <a:t>. </a:t>
            </a:r>
            <a:r>
              <a:rPr>
                <a:latin typeface="+mn-lt"/>
                <a:ea typeface="+mn-ea"/>
                <a:cs typeface="+mn-cs"/>
                <a:sym typeface="Helvetica"/>
              </a:rPr>
              <a:t>마지막 줄에 ✅ </a:t>
            </a:r>
            <a:r>
              <a:t>28, </a:t>
            </a:r>
            <a:r>
              <a:rPr>
                <a:latin typeface="+mn-lt"/>
                <a:ea typeface="+mn-ea"/>
                <a:cs typeface="+mn-cs"/>
                <a:sym typeface="Helvetica"/>
              </a:rPr>
              <a:t>❌ </a:t>
            </a:r>
            <a:r>
              <a:t>0</a:t>
            </a:r>
            <a:r>
              <a:rPr>
                <a:latin typeface="+mn-lt"/>
                <a:ea typeface="+mn-ea"/>
                <a:cs typeface="+mn-cs"/>
                <a:sym typeface="Helvetica"/>
              </a:rPr>
              <a:t>이 나오면 셋업이 끝난 것입니다</a:t>
            </a:r>
            <a:r>
              <a:t>. </a:t>
            </a:r>
            <a:r>
              <a:rPr>
                <a:latin typeface="+mn-lt"/>
                <a:ea typeface="+mn-ea"/>
                <a:cs typeface="+mn-cs"/>
                <a:sym typeface="Helvetica"/>
              </a:rPr>
              <a:t>빨간 표시가 있으면 그 줄에 적힌 안내대로 하시면 됩니다</a:t>
            </a:r>
            <a:r>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00" name="Shape 700"/>
          <p:cNvSpPr/>
          <p:nvPr>
            <p:ph type="sldImg"/>
          </p:nvPr>
        </p:nvSpPr>
        <p:spPr>
          <a:prstGeom prst="rect">
            <a:avLst/>
          </a:prstGeom>
        </p:spPr>
        <p:txBody>
          <a:bodyPr/>
          <a:lstStyle/>
          <a:p>
            <a:pPr/>
          </a:p>
        </p:txBody>
      </p:sp>
      <p:sp>
        <p:nvSpPr>
          <p:cNvPr id="701" name="Shape 701"/>
          <p:cNvSpPr/>
          <p:nvPr>
            <p:ph type="body" sz="quarter" idx="1"/>
          </p:nvPr>
        </p:nvSpPr>
        <p:spPr>
          <a:prstGeom prst="rect">
            <a:avLst/>
          </a:prstGeom>
        </p:spPr>
        <p:txBody>
          <a:bodyPr/>
          <a:lstStyle/>
          <a:p>
            <a:pPr/>
            <a:r>
              <a:rPr>
                <a:latin typeface="+mn-lt"/>
                <a:ea typeface="+mn-ea"/>
                <a:cs typeface="+mn-cs"/>
                <a:sym typeface="Helvetica"/>
              </a:rPr>
              <a:t>마지막 아홉 번째는 확인 질문입니다</a:t>
            </a:r>
            <a:r>
              <a:t>. </a:t>
            </a:r>
            <a:r>
              <a:rPr>
                <a:latin typeface="+mn-lt"/>
                <a:ea typeface="+mn-ea"/>
                <a:cs typeface="+mn-cs"/>
                <a:sym typeface="Helvetica"/>
              </a:rPr>
              <a:t>이 질문은 일부러 틀린 전제를 담고 있습니다</a:t>
            </a:r>
            <a:r>
              <a:t>. Claude</a:t>
            </a:r>
            <a:r>
              <a:rPr>
                <a:latin typeface="+mn-lt"/>
                <a:ea typeface="+mn-ea"/>
                <a:cs typeface="+mn-cs"/>
                <a:sym typeface="Helvetica"/>
              </a:rPr>
              <a:t>가 아니요로 시작해서 빈칸으로 나온다고 바로잡으면</a:t>
            </a:r>
            <a:r>
              <a:t>, </a:t>
            </a:r>
            <a:r>
              <a:rPr>
                <a:latin typeface="+mn-lt"/>
                <a:ea typeface="+mn-ea"/>
                <a:cs typeface="+mn-cs"/>
                <a:sym typeface="Helvetica"/>
              </a:rPr>
              <a:t>팀 규칙과 기능 사전이 제대로 실린 것입니다</a:t>
            </a:r>
            <a:r>
              <a:t>. </a:t>
            </a:r>
            <a:r>
              <a:rPr>
                <a:latin typeface="+mn-lt"/>
                <a:ea typeface="+mn-ea"/>
                <a:cs typeface="+mn-cs"/>
                <a:sym typeface="Helvetica"/>
              </a:rPr>
              <a:t>오늘 이 맥에서도 이렇게 답하는 것을 확인했습니다</a:t>
            </a:r>
            <a:r>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09" name="Shape 709"/>
          <p:cNvSpPr/>
          <p:nvPr>
            <p:ph type="sldImg"/>
          </p:nvPr>
        </p:nvSpPr>
        <p:spPr>
          <a:prstGeom prst="rect">
            <a:avLst/>
          </a:prstGeom>
        </p:spPr>
        <p:txBody>
          <a:bodyPr/>
          <a:lstStyle/>
          <a:p>
            <a:pPr/>
          </a:p>
        </p:txBody>
      </p:sp>
      <p:sp>
        <p:nvSpPr>
          <p:cNvPr id="710" name="Shape 710"/>
          <p:cNvSpPr/>
          <p:nvPr>
            <p:ph type="body" sz="quarter" idx="1"/>
          </p:nvPr>
        </p:nvSpPr>
        <p:spPr>
          <a:prstGeom prst="rect">
            <a:avLst/>
          </a:prstGeom>
        </p:spPr>
        <p:txBody>
          <a:bodyPr/>
          <a:lstStyle/>
          <a:p>
            <a:pPr/>
            <a:r>
              <a:rPr>
                <a:latin typeface="+mn-lt"/>
                <a:ea typeface="+mn-ea"/>
                <a:cs typeface="+mn-cs"/>
                <a:sym typeface="Helvetica"/>
              </a:rPr>
              <a:t>막혔을 때는 점검표를 보시면 됩니다</a:t>
            </a:r>
            <a:r>
              <a:t>. </a:t>
            </a:r>
            <a:r>
              <a:rPr>
                <a:latin typeface="+mn-lt"/>
                <a:ea typeface="+mn-ea"/>
                <a:cs typeface="+mn-cs"/>
                <a:sym typeface="Helvetica"/>
              </a:rPr>
              <a:t>빨간 표시마다 이유와 할 일이 정해져 있고</a:t>
            </a:r>
            <a:r>
              <a:t>, </a:t>
            </a:r>
            <a:r>
              <a:rPr>
                <a:latin typeface="+mn-lt"/>
                <a:ea typeface="+mn-ea"/>
                <a:cs typeface="+mn-cs"/>
                <a:sym typeface="Helvetica"/>
              </a:rPr>
              <a:t>대부분은 해당 단계를 한 번 더 하면 풀립니다</a:t>
            </a:r>
            <a:r>
              <a:t>. </a:t>
            </a:r>
            <a:r>
              <a:rPr>
                <a:latin typeface="+mn-lt"/>
                <a:ea typeface="+mn-ea"/>
                <a:cs typeface="+mn-cs"/>
                <a:sym typeface="Helvetica"/>
              </a:rPr>
              <a:t>그래도 안 되면 담당자에게 화면을 보내 주세요</a:t>
            </a:r>
            <a:r>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35" name="Shape 735"/>
          <p:cNvSpPr/>
          <p:nvPr>
            <p:ph type="sldImg"/>
          </p:nvPr>
        </p:nvSpPr>
        <p:spPr>
          <a:prstGeom prst="rect">
            <a:avLst/>
          </a:prstGeom>
        </p:spPr>
        <p:txBody>
          <a:bodyPr/>
          <a:lstStyle/>
          <a:p>
            <a:pPr/>
          </a:p>
        </p:txBody>
      </p:sp>
      <p:sp>
        <p:nvSpPr>
          <p:cNvPr id="736" name="Shape 736"/>
          <p:cNvSpPr/>
          <p:nvPr>
            <p:ph type="body" sz="quarter" idx="1"/>
          </p:nvPr>
        </p:nvSpPr>
        <p:spPr>
          <a:prstGeom prst="rect">
            <a:avLst/>
          </a:prstGeom>
        </p:spPr>
        <p:txBody>
          <a:bodyPr/>
          <a:lstStyle/>
          <a:p>
            <a:pPr/>
            <a:r>
              <a:rPr>
                <a:latin typeface="+mn-lt"/>
                <a:ea typeface="+mn-ea"/>
                <a:cs typeface="+mn-cs"/>
                <a:sym typeface="Helvetica"/>
              </a:rPr>
              <a:t>운영 규칙은 세 가지입니다</a:t>
            </a:r>
            <a:r>
              <a:t>. </a:t>
            </a:r>
            <a:r>
              <a:rPr>
                <a:latin typeface="+mn-lt"/>
                <a:ea typeface="+mn-ea"/>
                <a:cs typeface="+mn-cs"/>
                <a:sym typeface="Helvetica"/>
              </a:rPr>
              <a:t>돈이 드는 일은 먼저 묻는다</a:t>
            </a:r>
            <a:r>
              <a:t>, </a:t>
            </a:r>
            <a:r>
              <a:rPr>
                <a:latin typeface="+mn-lt"/>
                <a:ea typeface="+mn-ea"/>
                <a:cs typeface="+mn-cs"/>
                <a:sym typeface="Helvetica"/>
              </a:rPr>
              <a:t>연습은 내 테스트 페이지에서만</a:t>
            </a:r>
            <a:r>
              <a:t>, </a:t>
            </a:r>
            <a:r>
              <a:rPr>
                <a:latin typeface="+mn-lt"/>
                <a:ea typeface="+mn-ea"/>
                <a:cs typeface="+mn-cs"/>
                <a:sym typeface="Helvetica"/>
              </a:rPr>
              <a:t>로그인 파일은 각자</a:t>
            </a:r>
            <a:r>
              <a:t>. Claude</a:t>
            </a:r>
            <a:r>
              <a:rPr>
                <a:latin typeface="+mn-lt"/>
                <a:ea typeface="+mn-ea"/>
                <a:cs typeface="+mn-cs"/>
                <a:sym typeface="Helvetica"/>
              </a:rPr>
              <a:t>도 이 규칙대로 움직입니다</a:t>
            </a:r>
            <a:r>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69" name="Shape 769"/>
          <p:cNvSpPr/>
          <p:nvPr>
            <p:ph type="sldImg"/>
          </p:nvPr>
        </p:nvSpPr>
        <p:spPr>
          <a:prstGeom prst="rect">
            <a:avLst/>
          </a:prstGeom>
        </p:spPr>
        <p:txBody>
          <a:bodyPr/>
          <a:lstStyle/>
          <a:p>
            <a:pPr/>
          </a:p>
        </p:txBody>
      </p:sp>
      <p:sp>
        <p:nvSpPr>
          <p:cNvPr id="770" name="Shape 770"/>
          <p:cNvSpPr/>
          <p:nvPr>
            <p:ph type="body" sz="quarter" idx="1"/>
          </p:nvPr>
        </p:nvSpPr>
        <p:spPr>
          <a:prstGeom prst="rect">
            <a:avLst/>
          </a:prstGeom>
        </p:spPr>
        <p:txBody>
          <a:bodyPr/>
          <a:lstStyle/>
          <a:p>
            <a:pPr/>
            <a:r>
              <a:rPr>
                <a:latin typeface="+mn-lt"/>
                <a:ea typeface="+mn-ea"/>
                <a:cs typeface="+mn-cs"/>
                <a:sym typeface="Helvetica"/>
              </a:rPr>
              <a:t>다음 순서입니다</a:t>
            </a:r>
            <a:r>
              <a:t>. </a:t>
            </a:r>
            <a:r>
              <a:rPr>
                <a:latin typeface="+mn-lt"/>
                <a:ea typeface="+mn-ea"/>
                <a:cs typeface="+mn-cs"/>
                <a:sym typeface="Helvetica"/>
              </a:rPr>
              <a:t>먼저 오늘 안내를 새 맥처럼 따라 하는 리허설로 문서를 다듬고</a:t>
            </a:r>
            <a:r>
              <a:t>, </a:t>
            </a:r>
            <a:r>
              <a:rPr>
                <a:latin typeface="+mn-lt"/>
                <a:ea typeface="+mn-ea"/>
                <a:cs typeface="+mn-cs"/>
                <a:sym typeface="Helvetica"/>
              </a:rPr>
              <a:t>두 분 일정과 연습용 페이지를 정한 뒤 한 분씩 셋업합니다</a:t>
            </a:r>
            <a:r>
              <a:t>. </a:t>
            </a:r>
            <a:r>
              <a:rPr>
                <a:latin typeface="+mn-lt"/>
                <a:ea typeface="+mn-ea"/>
                <a:cs typeface="+mn-cs"/>
                <a:sym typeface="Helvetica"/>
              </a:rPr>
              <a:t>두 분 맥에서 확인 질문을 모두 통과하면 목표 도달입니다</a:t>
            </a:r>
            <a:r>
              <a:t>. </a:t>
            </a:r>
            <a:r>
              <a:rPr>
                <a:latin typeface="+mn-lt"/>
                <a:ea typeface="+mn-ea"/>
                <a:cs typeface="+mn-cs"/>
                <a:sym typeface="Helvetica"/>
              </a:rPr>
              <a:t>여기서 결정이 필요한 건 일정과 테스트 페이지입니다</a:t>
            </a:r>
            <a:r>
              <a:t>.</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슬라이드 번호"/>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p:spTree>
      <p:nvGrpSpPr>
        <p:cNvPr id="1" name=""/>
        <p:cNvGrpSpPr/>
        <p:nvPr/>
      </p:nvGrpSpPr>
      <p:grpSpPr>
        <a:xfrm>
          <a:off x="0" y="0"/>
          <a:ext cx="0" cy="0"/>
          <a:chOff x="0" y="0"/>
          <a:chExt cx="0" cy="0"/>
        </a:xfrm>
      </p:grpSpPr>
      <p:sp>
        <p:nvSpPr>
          <p:cNvPr id="18" name="Text 0"/>
          <p:cNvSpPr txBox="1"/>
          <p:nvPr/>
        </p:nvSpPr>
        <p:spPr>
          <a:xfrm>
            <a:off x="594359" y="6376669"/>
            <a:ext cx="3566161" cy="231141"/>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spc="100" sz="900">
                <a:solidFill>
                  <a:srgbClr val="6E6E73"/>
                </a:solidFill>
              </a:defRPr>
            </a:lvl1pPr>
          </a:lstStyle>
          <a:p>
            <a:pPr/>
            <a:r>
              <a:t>CDBD  ·  HOME.CDBD.IN</a:t>
            </a:r>
          </a:p>
        </p:txBody>
      </p:sp>
      <p:sp>
        <p:nvSpPr>
          <p:cNvPr id="19" name="본문 첫 번째 줄…"/>
          <p:cNvSpPr txBox="1"/>
          <p:nvPr>
            <p:ph type="body" sz="quarter" idx="1" hasCustomPrompt="1"/>
          </p:nvPr>
        </p:nvSpPr>
        <p:spPr>
          <a:xfrm>
            <a:off x="548640" y="384047"/>
            <a:ext cx="6400801" cy="292610"/>
          </a:xfrm>
          <a:prstGeom prst="rect">
            <a:avLst/>
          </a:prstGeom>
        </p:spPr>
        <p:txBody>
          <a:bodyPr>
            <a:normAutofit fontScale="100000" lnSpcReduction="0"/>
          </a:bodyPr>
          <a:lstStyle>
            <a:lvl1pPr marL="0" indent="0">
              <a:spcBef>
                <a:spcPts val="200"/>
              </a:spcBef>
              <a:buSzTx/>
              <a:buFontTx/>
              <a:buNone/>
              <a:defRPr sz="1100">
                <a:solidFill>
                  <a:schemeClr val="accent1"/>
                </a:solidFill>
                <a:latin typeface="Pretendard Bold"/>
                <a:ea typeface="Pretendard Bold"/>
                <a:cs typeface="Pretendard Bold"/>
                <a:sym typeface="Pretendard Bold"/>
              </a:defRPr>
            </a:lvl1pPr>
            <a:lvl2pPr marL="569458" indent="-112258">
              <a:spcBef>
                <a:spcPts val="200"/>
              </a:spcBef>
              <a:buFontTx/>
              <a:defRPr sz="1100">
                <a:solidFill>
                  <a:schemeClr val="accent1"/>
                </a:solidFill>
                <a:latin typeface="Pretendard Bold"/>
                <a:ea typeface="Pretendard Bold"/>
                <a:cs typeface="Pretendard Bold"/>
                <a:sym typeface="Pretendard Bold"/>
              </a:defRPr>
            </a:lvl2pPr>
            <a:lvl3pPr marL="1019175" indent="-104775">
              <a:spcBef>
                <a:spcPts val="200"/>
              </a:spcBef>
              <a:buFontTx/>
              <a:defRPr sz="1100">
                <a:solidFill>
                  <a:schemeClr val="accent1"/>
                </a:solidFill>
                <a:latin typeface="Pretendard Bold"/>
                <a:ea typeface="Pretendard Bold"/>
                <a:cs typeface="Pretendard Bold"/>
                <a:sym typeface="Pretendard Bold"/>
              </a:defRPr>
            </a:lvl3pPr>
            <a:lvl4pPr marL="1497330" indent="-125730">
              <a:spcBef>
                <a:spcPts val="200"/>
              </a:spcBef>
              <a:buFontTx/>
              <a:defRPr sz="1100">
                <a:solidFill>
                  <a:schemeClr val="accent1"/>
                </a:solidFill>
                <a:latin typeface="Pretendard Bold"/>
                <a:ea typeface="Pretendard Bold"/>
                <a:cs typeface="Pretendard Bold"/>
                <a:sym typeface="Pretendard Bold"/>
              </a:defRPr>
            </a:lvl4pPr>
            <a:lvl5pPr marL="1954529" indent="-125729">
              <a:spcBef>
                <a:spcPts val="200"/>
              </a:spcBef>
              <a:buFontTx/>
              <a:defRPr sz="1100">
                <a:solidFill>
                  <a:schemeClr val="accent1"/>
                </a:solidFill>
                <a:latin typeface="Pretendard Bold"/>
                <a:ea typeface="Pretendard Bold"/>
                <a:cs typeface="Pretendard Bold"/>
                <a:sym typeface="Pretendard Bold"/>
              </a:defRPr>
            </a:lvl5pPr>
          </a:lstStyle>
          <a:p>
            <a:pPr/>
            <a:r>
              <a:t>Click to add text</a:t>
            </a:r>
          </a:p>
          <a:p>
            <a:pPr lvl="1"/>
            <a:r>
              <a:t/>
            </a:r>
          </a:p>
          <a:p>
            <a:pPr lvl="2"/>
            <a:r>
              <a:t/>
            </a:r>
          </a:p>
          <a:p>
            <a:pPr lvl="3"/>
            <a:r>
              <a:t/>
            </a:r>
          </a:p>
          <a:p>
            <a:pPr lvl="4"/>
            <a:r>
              <a:t/>
            </a:r>
          </a:p>
        </p:txBody>
      </p:sp>
      <p:sp>
        <p:nvSpPr>
          <p:cNvPr id="20" name="Text 1"/>
          <p:cNvSpPr/>
          <p:nvPr>
            <p:ph type="body" sz="quarter" idx="21" hasCustomPrompt="1"/>
          </p:nvPr>
        </p:nvSpPr>
        <p:spPr>
          <a:xfrm>
            <a:off x="7068311" y="384047"/>
            <a:ext cx="4572001" cy="292610"/>
          </a:xfrm>
          <a:prstGeom prst="rect">
            <a:avLst/>
          </a:prstGeom>
        </p:spPr>
        <p:txBody>
          <a:bodyPr>
            <a:normAutofit fontScale="100000" lnSpcReduction="0"/>
          </a:bodyPr>
          <a:lstStyle>
            <a:lvl1pPr marL="0" indent="0" algn="r">
              <a:spcBef>
                <a:spcPts val="200"/>
              </a:spcBef>
              <a:buSzTx/>
              <a:buFontTx/>
              <a:buNone/>
              <a:defRPr sz="1000">
                <a:solidFill>
                  <a:srgbClr val="6E6E73"/>
                </a:solidFill>
              </a:defRPr>
            </a:lvl1pPr>
          </a:lstStyle>
          <a:p>
            <a:pPr/>
            <a:r>
              <a:t>Click to add text</a:t>
            </a:r>
          </a:p>
        </p:txBody>
      </p:sp>
      <p:sp>
        <p:nvSpPr>
          <p:cNvPr id="21" name="Click to add title"/>
          <p:cNvSpPr txBox="1"/>
          <p:nvPr>
            <p:ph type="title" hasCustomPrompt="1"/>
          </p:nvPr>
        </p:nvSpPr>
        <p:spPr>
          <a:xfrm>
            <a:off x="548640" y="676655"/>
            <a:ext cx="11091672" cy="658369"/>
          </a:xfrm>
          <a:prstGeom prst="rect">
            <a:avLst/>
          </a:prstGeom>
        </p:spPr>
        <p:txBody>
          <a:bodyPr anchor="t">
            <a:normAutofit fontScale="100000" lnSpcReduction="0"/>
          </a:bodyPr>
          <a:lstStyle>
            <a:lvl1pPr algn="l">
              <a:defRPr sz="3000">
                <a:latin typeface="Pretendard Bold"/>
                <a:ea typeface="Pretendard Bold"/>
                <a:cs typeface="Pretendard Bold"/>
                <a:sym typeface="Pretendard Bold"/>
              </a:defRPr>
            </a:lvl1pPr>
          </a:lstStyle>
          <a:p>
            <a:pPr/>
            <a:r>
              <a:t>Click to add title</a:t>
            </a:r>
          </a:p>
        </p:txBody>
      </p:sp>
      <p:sp>
        <p:nvSpPr>
          <p:cNvPr id="22" name="Text 1"/>
          <p:cNvSpPr/>
          <p:nvPr>
            <p:ph type="body" sz="quarter" idx="22" hasCustomPrompt="1"/>
          </p:nvPr>
        </p:nvSpPr>
        <p:spPr>
          <a:xfrm>
            <a:off x="548640" y="1335024"/>
            <a:ext cx="11091672" cy="420625"/>
          </a:xfrm>
          <a:prstGeom prst="rect">
            <a:avLst/>
          </a:prstGeom>
        </p:spPr>
        <p:txBody>
          <a:bodyPr>
            <a:normAutofit fontScale="100000" lnSpcReduction="0"/>
          </a:bodyPr>
          <a:lstStyle>
            <a:lvl1pPr marL="0" indent="0">
              <a:spcBef>
                <a:spcPts val="300"/>
              </a:spcBef>
              <a:buSzTx/>
              <a:buFontTx/>
              <a:buNone/>
              <a:defRPr sz="1400">
                <a:solidFill>
                  <a:srgbClr val="6E6E73"/>
                </a:solidFill>
              </a:defRPr>
            </a:lvl1pPr>
          </a:lstStyle>
          <a:p>
            <a:pPr/>
            <a:r>
              <a:t>Click to add text</a:t>
            </a:r>
          </a:p>
        </p:txBody>
      </p:sp>
      <p:sp>
        <p:nvSpPr>
          <p:cNvPr id="23" name="슬라이드 번호"/>
          <p:cNvSpPr txBox="1"/>
          <p:nvPr>
            <p:ph type="sldNum" sz="quarter" idx="2"/>
          </p:nvPr>
        </p:nvSpPr>
        <p:spPr>
          <a:xfrm>
            <a:off x="11417965" y="6355079"/>
            <a:ext cx="222347" cy="23114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VER">
    <p:spTree>
      <p:nvGrpSpPr>
        <p:cNvPr id="1" name=""/>
        <p:cNvGrpSpPr/>
        <p:nvPr/>
      </p:nvGrpSpPr>
      <p:grpSpPr>
        <a:xfrm>
          <a:off x="0" y="0"/>
          <a:ext cx="0" cy="0"/>
          <a:chOff x="0" y="0"/>
          <a:chExt cx="0" cy="0"/>
        </a:xfrm>
      </p:grpSpPr>
      <p:sp>
        <p:nvSpPr>
          <p:cNvPr id="30" name="Click to add title"/>
          <p:cNvSpPr txBox="1"/>
          <p:nvPr>
            <p:ph type="title" hasCustomPrompt="1"/>
          </p:nvPr>
        </p:nvSpPr>
        <p:spPr>
          <a:xfrm>
            <a:off x="548640" y="1828800"/>
            <a:ext cx="5852160" cy="1737361"/>
          </a:xfrm>
          <a:prstGeom prst="rect">
            <a:avLst/>
          </a:prstGeom>
        </p:spPr>
        <p:txBody>
          <a:bodyPr anchor="t">
            <a:normAutofit fontScale="100000" lnSpcReduction="0"/>
          </a:bodyPr>
          <a:lstStyle>
            <a:lvl1pPr algn="l">
              <a:defRPr sz="4600">
                <a:latin typeface="Pretendard Bold"/>
                <a:ea typeface="Pretendard Bold"/>
                <a:cs typeface="Pretendard Bold"/>
                <a:sym typeface="Pretendard Bold"/>
              </a:defRPr>
            </a:lvl1pPr>
          </a:lstStyle>
          <a:p>
            <a:pPr/>
            <a:r>
              <a:t>Click to add title</a:t>
            </a:r>
          </a:p>
        </p:txBody>
      </p:sp>
      <p:sp>
        <p:nvSpPr>
          <p:cNvPr id="31" name="본문 첫 번째 줄…"/>
          <p:cNvSpPr txBox="1"/>
          <p:nvPr>
            <p:ph type="body" sz="quarter" idx="1" hasCustomPrompt="1"/>
          </p:nvPr>
        </p:nvSpPr>
        <p:spPr>
          <a:xfrm>
            <a:off x="548640" y="3703320"/>
            <a:ext cx="5760721" cy="822961"/>
          </a:xfrm>
          <a:prstGeom prst="rect">
            <a:avLst/>
          </a:prstGeom>
        </p:spPr>
        <p:txBody>
          <a:bodyPr>
            <a:normAutofit fontScale="100000" lnSpcReduction="0"/>
          </a:bodyPr>
          <a:lstStyle>
            <a:lvl1pPr marL="0" indent="0">
              <a:spcBef>
                <a:spcPts val="300"/>
              </a:spcBef>
              <a:buSzTx/>
              <a:buFontTx/>
              <a:buNone/>
              <a:defRPr sz="1600">
                <a:solidFill>
                  <a:srgbClr val="6E6E73"/>
                </a:solidFill>
              </a:defRPr>
            </a:lvl1pPr>
            <a:lvl2pPr marL="620485" indent="-163285">
              <a:spcBef>
                <a:spcPts val="300"/>
              </a:spcBef>
              <a:buFontTx/>
              <a:defRPr sz="1600">
                <a:solidFill>
                  <a:srgbClr val="6E6E73"/>
                </a:solidFill>
              </a:defRPr>
            </a:lvl2pPr>
            <a:lvl3pPr marL="1066800" indent="-152400">
              <a:spcBef>
                <a:spcPts val="300"/>
              </a:spcBef>
              <a:buFontTx/>
              <a:defRPr sz="1600">
                <a:solidFill>
                  <a:srgbClr val="6E6E73"/>
                </a:solidFill>
              </a:defRPr>
            </a:lvl3pPr>
            <a:lvl4pPr marL="1554480" indent="-182880">
              <a:spcBef>
                <a:spcPts val="300"/>
              </a:spcBef>
              <a:buFontTx/>
              <a:defRPr sz="1600">
                <a:solidFill>
                  <a:srgbClr val="6E6E73"/>
                </a:solidFill>
              </a:defRPr>
            </a:lvl4pPr>
            <a:lvl5pPr marL="2011679" indent="-182879">
              <a:spcBef>
                <a:spcPts val="300"/>
              </a:spcBef>
              <a:buFontTx/>
              <a:defRPr sz="1600">
                <a:solidFill>
                  <a:srgbClr val="6E6E73"/>
                </a:solidFill>
              </a:defRPr>
            </a:lvl5pPr>
          </a:lstStyle>
          <a:p>
            <a:pPr/>
            <a:r>
              <a:t>Click to add text</a:t>
            </a:r>
          </a:p>
          <a:p>
            <a:pPr lvl="1"/>
            <a:r>
              <a:t/>
            </a:r>
          </a:p>
          <a:p>
            <a:pPr lvl="2"/>
            <a:r>
              <a:t/>
            </a:r>
          </a:p>
          <a:p>
            <a:pPr lvl="3"/>
            <a:r>
              <a:t/>
            </a:r>
          </a:p>
          <a:p>
            <a:pPr lvl="4"/>
            <a:r>
              <a:t/>
            </a:r>
          </a:p>
        </p:txBody>
      </p:sp>
      <p:sp>
        <p:nvSpPr>
          <p:cNvPr id="32" name="슬라이드 번호"/>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chemeClr val="accent2">
            <a:hueOff val="-15247060"/>
            <a:satOff val="-68000"/>
            <a:lumOff val="4901"/>
          </a:schemeClr>
        </a:solidFill>
      </p:bgPr>
    </p:bg>
    <p:spTree>
      <p:nvGrpSpPr>
        <p:cNvPr id="1" name=""/>
        <p:cNvGrpSpPr/>
        <p:nvPr/>
      </p:nvGrpSpPr>
      <p:grpSpPr>
        <a:xfrm>
          <a:off x="0" y="0"/>
          <a:ext cx="0" cy="0"/>
          <a:chOff x="0" y="0"/>
          <a:chExt cx="0" cy="0"/>
        </a:xfrm>
      </p:grpSpPr>
      <p:sp>
        <p:nvSpPr>
          <p:cNvPr id="2" name="제목 텍스트"/>
          <p:cNvSpPr txBox="1"/>
          <p:nvPr>
            <p:ph type="title"/>
          </p:nvPr>
        </p:nvSpPr>
        <p:spPr>
          <a:xfrm>
            <a:off x="609600" y="92074"/>
            <a:ext cx="10972800" cy="1508126"/>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제목 텍스트</a:t>
            </a:r>
          </a:p>
        </p:txBody>
      </p:sp>
      <p:sp>
        <p:nvSpPr>
          <p:cNvPr id="3" name="본문 첫 번째 줄…"/>
          <p:cNvSpPr txBox="1"/>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본문 첫 번째 줄</a:t>
            </a:r>
          </a:p>
          <a:p>
            <a:pPr lvl="1"/>
            <a:r>
              <a:t>본문 두 번째 줄</a:t>
            </a:r>
          </a:p>
          <a:p>
            <a:pPr lvl="2"/>
            <a:r>
              <a:t>본문 세 번째 줄</a:t>
            </a:r>
          </a:p>
          <a:p>
            <a:pPr lvl="3"/>
            <a:r>
              <a:t>본문 네 번째 줄</a:t>
            </a:r>
          </a:p>
          <a:p>
            <a:pPr lvl="4"/>
            <a:r>
              <a:t>본문 다섯 번째 줄</a:t>
            </a:r>
          </a:p>
        </p:txBody>
      </p:sp>
      <p:sp>
        <p:nvSpPr>
          <p:cNvPr id="4" name="슬라이드 번호"/>
          <p:cNvSpPr txBox="1"/>
          <p:nvPr>
            <p:ph type="sldNum" sz="quarter" idx="2"/>
          </p:nvPr>
        </p:nvSpPr>
        <p:spPr>
          <a:xfrm>
            <a:off x="5892800" y="6356350"/>
            <a:ext cx="2844800" cy="368300"/>
          </a:xfrm>
          <a:prstGeom prst="rect">
            <a:avLst/>
          </a:prstGeom>
          <a:ln w="12700">
            <a:miter lim="400000"/>
          </a:ln>
        </p:spPr>
        <p:txBody>
          <a:bodyPr wrap="none" lIns="45719" rIns="45719">
            <a:spAutoFit/>
          </a:bodyPr>
          <a:lstStyle>
            <a:lvl1pPr algn="r">
              <a:defRPr sz="900">
                <a:solidFill>
                  <a:srgbClr val="6E6E73"/>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D1D1F"/>
          </a:solidFill>
          <a:uFillTx/>
          <a:latin typeface="+mj-lt"/>
          <a:ea typeface="+mj-ea"/>
          <a:cs typeface="+mj-cs"/>
          <a:sym typeface="Pretendard Regular"/>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D1D1F"/>
          </a:solidFill>
          <a:uFillTx/>
          <a:latin typeface="+mj-lt"/>
          <a:ea typeface="+mj-ea"/>
          <a:cs typeface="+mj-cs"/>
          <a:sym typeface="Pretendard Regular"/>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D1D1F"/>
          </a:solidFill>
          <a:uFillTx/>
          <a:latin typeface="+mj-lt"/>
          <a:ea typeface="+mj-ea"/>
          <a:cs typeface="+mj-cs"/>
          <a:sym typeface="Pretendard Regular"/>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D1D1F"/>
          </a:solidFill>
          <a:uFillTx/>
          <a:latin typeface="+mj-lt"/>
          <a:ea typeface="+mj-ea"/>
          <a:cs typeface="+mj-cs"/>
          <a:sym typeface="Pretendard Regular"/>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D1D1F"/>
          </a:solidFill>
          <a:uFillTx/>
          <a:latin typeface="+mj-lt"/>
          <a:ea typeface="+mj-ea"/>
          <a:cs typeface="+mj-cs"/>
          <a:sym typeface="Pretendard Regular"/>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D1D1F"/>
          </a:solidFill>
          <a:uFillTx/>
          <a:latin typeface="+mj-lt"/>
          <a:ea typeface="+mj-ea"/>
          <a:cs typeface="+mj-cs"/>
          <a:sym typeface="Pretendard Regular"/>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D1D1F"/>
          </a:solidFill>
          <a:uFillTx/>
          <a:latin typeface="+mj-lt"/>
          <a:ea typeface="+mj-ea"/>
          <a:cs typeface="+mj-cs"/>
          <a:sym typeface="Pretendard Regular"/>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D1D1F"/>
          </a:solidFill>
          <a:uFillTx/>
          <a:latin typeface="+mj-lt"/>
          <a:ea typeface="+mj-ea"/>
          <a:cs typeface="+mj-cs"/>
          <a:sym typeface="Pretendard Regular"/>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1D1D1F"/>
          </a:solidFill>
          <a:uFillTx/>
          <a:latin typeface="+mj-lt"/>
          <a:ea typeface="+mj-ea"/>
          <a:cs typeface="+mj-cs"/>
          <a:sym typeface="Pretendard Regular"/>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D1D1F"/>
          </a:solidFill>
          <a:uFillTx/>
          <a:latin typeface="+mj-lt"/>
          <a:ea typeface="+mj-ea"/>
          <a:cs typeface="+mj-cs"/>
          <a:sym typeface="Pretendard Regular"/>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D1D1F"/>
          </a:solidFill>
          <a:uFillTx/>
          <a:latin typeface="+mj-lt"/>
          <a:ea typeface="+mj-ea"/>
          <a:cs typeface="+mj-cs"/>
          <a:sym typeface="Pretendard Regular"/>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D1D1F"/>
          </a:solidFill>
          <a:uFillTx/>
          <a:latin typeface="+mj-lt"/>
          <a:ea typeface="+mj-ea"/>
          <a:cs typeface="+mj-cs"/>
          <a:sym typeface="Pretendard Regular"/>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D1D1F"/>
          </a:solidFill>
          <a:uFillTx/>
          <a:latin typeface="+mj-lt"/>
          <a:ea typeface="+mj-ea"/>
          <a:cs typeface="+mj-cs"/>
          <a:sym typeface="Pretendard Regular"/>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D1D1F"/>
          </a:solidFill>
          <a:uFillTx/>
          <a:latin typeface="+mj-lt"/>
          <a:ea typeface="+mj-ea"/>
          <a:cs typeface="+mj-cs"/>
          <a:sym typeface="Pretendard Regular"/>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D1D1F"/>
          </a:solidFill>
          <a:uFillTx/>
          <a:latin typeface="+mj-lt"/>
          <a:ea typeface="+mj-ea"/>
          <a:cs typeface="+mj-cs"/>
          <a:sym typeface="Pretendard Regular"/>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D1D1F"/>
          </a:solidFill>
          <a:uFillTx/>
          <a:latin typeface="+mj-lt"/>
          <a:ea typeface="+mj-ea"/>
          <a:cs typeface="+mj-cs"/>
          <a:sym typeface="Pretendard Regular"/>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D1D1F"/>
          </a:solidFill>
          <a:uFillTx/>
          <a:latin typeface="+mj-lt"/>
          <a:ea typeface="+mj-ea"/>
          <a:cs typeface="+mj-cs"/>
          <a:sym typeface="Pretendard Regular"/>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1D1D1F"/>
          </a:solidFill>
          <a:uFillTx/>
          <a:latin typeface="+mj-lt"/>
          <a:ea typeface="+mj-ea"/>
          <a:cs typeface="+mj-cs"/>
          <a:sym typeface="Pretendard Regular"/>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Pretendard Regular"/>
        </a:defRPr>
      </a:lvl1pPr>
      <a:lvl2pPr marL="0" marR="0" indent="457200" algn="r"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Pretendard Regular"/>
        </a:defRPr>
      </a:lvl2pPr>
      <a:lvl3pPr marL="0" marR="0" indent="914400" algn="r"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Pretendard Regular"/>
        </a:defRPr>
      </a:lvl3pPr>
      <a:lvl4pPr marL="0" marR="0" indent="1371600" algn="r"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Pretendard Regular"/>
        </a:defRPr>
      </a:lvl4pPr>
      <a:lvl5pPr marL="0" marR="0" indent="1828800" algn="r"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Pretendard Regular"/>
        </a:defRPr>
      </a:lvl5pPr>
      <a:lvl6pPr marL="0" marR="0" indent="2286000" algn="r"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Pretendard Regular"/>
        </a:defRPr>
      </a:lvl6pPr>
      <a:lvl7pPr marL="0" marR="0" indent="2743200" algn="r"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Pretendard Regular"/>
        </a:defRPr>
      </a:lvl7pPr>
      <a:lvl8pPr marL="0" marR="0" indent="3200400" algn="r"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Pretendard Regular"/>
        </a:defRPr>
      </a:lvl8pPr>
      <a:lvl9pPr marL="0" marR="0" indent="3657600" algn="r" defTabSz="914400" rtl="0" latinLnBrk="0">
        <a:lnSpc>
          <a:spcPct val="100000"/>
        </a:lnSpc>
        <a:spcBef>
          <a:spcPts val="0"/>
        </a:spcBef>
        <a:spcAft>
          <a:spcPts val="0"/>
        </a:spcAft>
        <a:buClrTx/>
        <a:buSzTx/>
        <a:buFontTx/>
        <a:buNone/>
        <a:tabLst/>
        <a:defRPr b="0" baseline="0" cap="none" i="0" spc="0" strike="noStrike" sz="900" u="none">
          <a:solidFill>
            <a:schemeClr val="tx1"/>
          </a:solidFill>
          <a:uFillTx/>
          <a:latin typeface="+mn-lt"/>
          <a:ea typeface="+mn-ea"/>
          <a:cs typeface="+mn-cs"/>
          <a:sym typeface="Pretendard Regular"/>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2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 name="brand-pill"/>
          <p:cNvSpPr/>
          <p:nvPr/>
        </p:nvSpPr>
        <p:spPr>
          <a:xfrm>
            <a:off x="548640" y="502919"/>
            <a:ext cx="868681" cy="347473"/>
          </a:xfrm>
          <a:prstGeom prst="roundRect">
            <a:avLst>
              <a:gd name="adj" fmla="val 50000"/>
            </a:avLst>
          </a:prstGeom>
          <a:solidFill>
            <a:schemeClr val="accent2">
              <a:hueOff val="-15247060"/>
              <a:satOff val="-68000"/>
              <a:lumOff val="4901"/>
            </a:schemeClr>
          </a:solidFill>
          <a:ln w="15875">
            <a:solidFill>
              <a:srgbClr val="1D1D1F"/>
            </a:solidFill>
          </a:ln>
        </p:spPr>
        <p:txBody>
          <a:bodyPr lIns="45719" rIns="45719"/>
          <a:lstStyle/>
          <a:p>
            <a:pPr/>
          </a:p>
        </p:txBody>
      </p:sp>
      <p:sp>
        <p:nvSpPr>
          <p:cNvPr id="42" name="Text 1"/>
          <p:cNvSpPr txBox="1"/>
          <p:nvPr/>
        </p:nvSpPr>
        <p:spPr>
          <a:xfrm>
            <a:off x="548640" y="594105"/>
            <a:ext cx="868681"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pc="200" sz="1100">
                <a:latin typeface="Pretendard Bold"/>
                <a:ea typeface="Pretendard Bold"/>
                <a:cs typeface="Pretendard Bold"/>
                <a:sym typeface="Pretendard Bold"/>
              </a:defRPr>
            </a:lvl1pPr>
          </a:lstStyle>
          <a:p>
            <a:pPr/>
            <a:r>
              <a:t>CDBD</a:t>
            </a:r>
          </a:p>
        </p:txBody>
      </p:sp>
      <p:sp>
        <p:nvSpPr>
          <p:cNvPr id="43" name="Text 0"/>
          <p:cNvSpPr txBox="1"/>
          <p:nvPr>
            <p:ph type="title"/>
          </p:nvPr>
        </p:nvSpPr>
        <p:spPr>
          <a:xfrm>
            <a:off x="548639" y="1828800"/>
            <a:ext cx="5852162" cy="1737361"/>
          </a:xfrm>
          <a:prstGeom prst="rect">
            <a:avLst/>
          </a:prstGeom>
        </p:spPr>
        <p:txBody>
          <a:bodyPr lIns="0" tIns="0" rIns="0" bIns="0"/>
          <a:lstStyle/>
          <a:p>
            <a:pPr/>
            <a:r>
              <a:t>CdBd </a:t>
            </a:r>
            <a:r>
              <a:rPr b="1">
                <a:latin typeface="+mn-lt"/>
                <a:ea typeface="+mn-ea"/>
                <a:cs typeface="+mn-cs"/>
                <a:sym typeface="Helvetica"/>
              </a:rPr>
              <a:t>기능별</a:t>
            </a:r>
            <a:endParaRPr b="1">
              <a:latin typeface="+mn-lt"/>
              <a:ea typeface="+mn-ea"/>
              <a:cs typeface="+mn-cs"/>
              <a:sym typeface="Helvetica"/>
            </a:endParaRPr>
          </a:p>
          <a:p>
            <a:pPr/>
            <a:r>
              <a:rPr b="1">
                <a:latin typeface="+mn-lt"/>
                <a:ea typeface="+mn-ea"/>
                <a:cs typeface="+mn-cs"/>
                <a:sym typeface="Helvetica"/>
              </a:rPr>
              <a:t>경로 가이드</a:t>
            </a:r>
          </a:p>
        </p:txBody>
      </p:sp>
      <p:sp>
        <p:nvSpPr>
          <p:cNvPr id="44" name="Text 0"/>
          <p:cNvSpPr txBox="1"/>
          <p:nvPr>
            <p:ph type="body" sz="quarter" idx="1"/>
          </p:nvPr>
        </p:nvSpPr>
        <p:spPr>
          <a:xfrm>
            <a:off x="548639" y="3703320"/>
            <a:ext cx="5760722" cy="822961"/>
          </a:xfrm>
          <a:prstGeom prst="rect">
            <a:avLst/>
          </a:prstGeom>
        </p:spPr>
        <p:txBody>
          <a:bodyPr lIns="0" tIns="0" rIns="0" bIns="0"/>
          <a:lstStyle/>
          <a:p>
            <a:pPr/>
            <a:r>
              <a:rPr>
                <a:latin typeface="+mn-lt"/>
                <a:ea typeface="+mn-ea"/>
                <a:cs typeface="+mn-cs"/>
                <a:sym typeface="Helvetica"/>
              </a:rPr>
              <a:t>결과 보고 </a:t>
            </a:r>
            <a:r>
              <a:t>+ </a:t>
            </a:r>
            <a:r>
              <a:rPr>
                <a:latin typeface="+mn-lt"/>
                <a:ea typeface="+mn-ea"/>
                <a:cs typeface="+mn-cs"/>
                <a:sym typeface="Helvetica"/>
              </a:rPr>
              <a:t>팀원 셋업 안내</a:t>
            </a:r>
            <a:endParaRPr>
              <a:latin typeface="+mn-lt"/>
              <a:ea typeface="+mn-ea"/>
              <a:cs typeface="+mn-cs"/>
              <a:sym typeface="Helvetica"/>
            </a:endParaRPr>
          </a:p>
          <a:p>
            <a:pPr/>
            <a:r>
              <a:rPr>
                <a:latin typeface="+mn-lt"/>
                <a:ea typeface="+mn-ea"/>
                <a:cs typeface="+mn-cs"/>
                <a:sym typeface="Helvetica"/>
              </a:rPr>
              <a:t>어디까지 왔나 </a:t>
            </a:r>
            <a:r>
              <a:t>· </a:t>
            </a:r>
            <a:r>
              <a:rPr>
                <a:latin typeface="+mn-lt"/>
                <a:ea typeface="+mn-ea"/>
                <a:cs typeface="+mn-cs"/>
                <a:sym typeface="Helvetica"/>
              </a:rPr>
              <a:t>내 맥에서 어떻게 시작하나</a:t>
            </a:r>
          </a:p>
        </p:txBody>
      </p:sp>
      <p:sp>
        <p:nvSpPr>
          <p:cNvPr id="45" name="Text 4"/>
          <p:cNvSpPr txBox="1"/>
          <p:nvPr/>
        </p:nvSpPr>
        <p:spPr>
          <a:xfrm>
            <a:off x="548639" y="6114413"/>
            <a:ext cx="6035042" cy="16129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000">
                <a:solidFill>
                  <a:srgbClr val="6E6E73"/>
                </a:solidFill>
              </a:defRPr>
            </a:pPr>
            <a:r>
              <a:rPr>
                <a:latin typeface="+mn-lt"/>
                <a:ea typeface="+mn-ea"/>
                <a:cs typeface="+mn-cs"/>
                <a:sym typeface="Helvetica"/>
              </a:rPr>
              <a:t>기준일 </a:t>
            </a:r>
            <a:r>
              <a:t>2026-10-02   ·   </a:t>
            </a:r>
            <a:r>
              <a:rPr>
                <a:latin typeface="+mn-lt"/>
                <a:ea typeface="+mn-ea"/>
                <a:cs typeface="+mn-cs"/>
                <a:sym typeface="Helvetica"/>
              </a:rPr>
              <a:t>작성 강현이 </a:t>
            </a:r>
            <a:r>
              <a:t>· Claude</a:t>
            </a:r>
          </a:p>
        </p:txBody>
      </p:sp>
      <p:sp>
        <p:nvSpPr>
          <p:cNvPr id="46" name="progress-panel"/>
          <p:cNvSpPr/>
          <p:nvPr/>
        </p:nvSpPr>
        <p:spPr>
          <a:xfrm>
            <a:off x="6812280" y="502919"/>
            <a:ext cx="4828033" cy="5852161"/>
          </a:xfrm>
          <a:prstGeom prst="roundRect">
            <a:avLst>
              <a:gd name="adj" fmla="val 2273"/>
            </a:avLst>
          </a:prstGeom>
          <a:solidFill>
            <a:srgbClr val="F5F5F7"/>
          </a:solidFill>
          <a:ln w="12700">
            <a:miter lim="400000"/>
          </a:ln>
        </p:spPr>
        <p:txBody>
          <a:bodyPr lIns="45719" rIns="45719"/>
          <a:lstStyle/>
          <a:p>
            <a:pPr/>
          </a:p>
        </p:txBody>
      </p:sp>
      <p:sp>
        <p:nvSpPr>
          <p:cNvPr id="47" name="Text 6"/>
          <p:cNvSpPr txBox="1"/>
          <p:nvPr/>
        </p:nvSpPr>
        <p:spPr>
          <a:xfrm>
            <a:off x="7178040" y="872679"/>
            <a:ext cx="4114801"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solidFill>
                  <a:schemeClr val="accent1"/>
                </a:solidFill>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현재 위치</a:t>
            </a:r>
          </a:p>
        </p:txBody>
      </p:sp>
      <p:sp>
        <p:nvSpPr>
          <p:cNvPr id="48" name="Text 7"/>
          <p:cNvSpPr txBox="1"/>
          <p:nvPr/>
        </p:nvSpPr>
        <p:spPr>
          <a:xfrm>
            <a:off x="7178040" y="1125219"/>
            <a:ext cx="4206241" cy="812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5400">
                <a:latin typeface="Pretendard Bold"/>
                <a:ea typeface="Pretendard Bold"/>
                <a:cs typeface="Pretendard Bold"/>
                <a:sym typeface="Pretendard Bold"/>
              </a:defRPr>
            </a:pPr>
            <a:r>
              <a:t>7</a:t>
            </a:r>
            <a:r>
              <a:rPr sz="1800">
                <a:solidFill>
                  <a:srgbClr val="6E6E73"/>
                </a:solidFill>
              </a:rPr>
              <a:t> / 8 </a:t>
            </a:r>
            <a:r>
              <a:rPr b="1" sz="1800">
                <a:solidFill>
                  <a:srgbClr val="6E6E73"/>
                </a:solidFill>
                <a:latin typeface="+mn-lt"/>
                <a:ea typeface="+mn-ea"/>
                <a:cs typeface="+mn-cs"/>
                <a:sym typeface="Helvetica"/>
              </a:rPr>
              <a:t>단계 완료</a:t>
            </a:r>
          </a:p>
        </p:txBody>
      </p:sp>
      <p:sp>
        <p:nvSpPr>
          <p:cNvPr id="49" name="step-dot"/>
          <p:cNvSpPr/>
          <p:nvPr/>
        </p:nvSpPr>
        <p:spPr>
          <a:xfrm>
            <a:off x="7223759" y="2258567"/>
            <a:ext cx="274321" cy="274321"/>
          </a:xfrm>
          <a:prstGeom prst="ellipse">
            <a:avLst/>
          </a:prstGeom>
          <a:solidFill>
            <a:schemeClr val="accent1"/>
          </a:solidFill>
          <a:ln w="19050">
            <a:solidFill>
              <a:schemeClr val="accent1"/>
            </a:solidFill>
          </a:ln>
        </p:spPr>
        <p:txBody>
          <a:bodyPr lIns="45719" rIns="45719"/>
          <a:lstStyle/>
          <a:p>
            <a:pPr/>
          </a:p>
        </p:txBody>
      </p:sp>
      <p:sp>
        <p:nvSpPr>
          <p:cNvPr id="50" name="step-link"/>
          <p:cNvSpPr/>
          <p:nvPr/>
        </p:nvSpPr>
        <p:spPr>
          <a:xfrm>
            <a:off x="7360919" y="2532888"/>
            <a:ext cx="1" cy="210313"/>
          </a:xfrm>
          <a:prstGeom prst="line">
            <a:avLst/>
          </a:prstGeom>
          <a:ln w="15875">
            <a:solidFill>
              <a:schemeClr val="accent1"/>
            </a:solidFill>
          </a:ln>
        </p:spPr>
        <p:txBody>
          <a:bodyPr lIns="45719" rIns="45719"/>
          <a:lstStyle/>
          <a:p>
            <a:pPr/>
          </a:p>
        </p:txBody>
      </p:sp>
      <p:sp>
        <p:nvSpPr>
          <p:cNvPr id="51" name="Text 10"/>
          <p:cNvSpPr txBox="1"/>
          <p:nvPr/>
        </p:nvSpPr>
        <p:spPr>
          <a:xfrm>
            <a:off x="7635240" y="2300477"/>
            <a:ext cx="27432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t>STEP 0  </a:t>
            </a:r>
            <a:r>
              <a:rPr>
                <a:solidFill>
                  <a:srgbClr val="6E6E73"/>
                </a:solidFill>
                <a:latin typeface="+mn-lt"/>
                <a:ea typeface="+mn-ea"/>
                <a:cs typeface="+mn-cs"/>
                <a:sym typeface="Helvetica"/>
              </a:rPr>
              <a:t>정의 확정</a:t>
            </a:r>
          </a:p>
        </p:txBody>
      </p:sp>
      <p:sp>
        <p:nvSpPr>
          <p:cNvPr id="52" name="step-dot"/>
          <p:cNvSpPr/>
          <p:nvPr/>
        </p:nvSpPr>
        <p:spPr>
          <a:xfrm>
            <a:off x="7223759" y="2743200"/>
            <a:ext cx="274321" cy="274321"/>
          </a:xfrm>
          <a:prstGeom prst="ellipse">
            <a:avLst/>
          </a:prstGeom>
          <a:solidFill>
            <a:schemeClr val="accent1"/>
          </a:solidFill>
          <a:ln w="19050">
            <a:solidFill>
              <a:schemeClr val="accent1"/>
            </a:solidFill>
          </a:ln>
        </p:spPr>
        <p:txBody>
          <a:bodyPr lIns="45719" rIns="45719"/>
          <a:lstStyle/>
          <a:p>
            <a:pPr/>
          </a:p>
        </p:txBody>
      </p:sp>
      <p:sp>
        <p:nvSpPr>
          <p:cNvPr id="53" name="step-link"/>
          <p:cNvSpPr/>
          <p:nvPr/>
        </p:nvSpPr>
        <p:spPr>
          <a:xfrm>
            <a:off x="7360919" y="3017520"/>
            <a:ext cx="1" cy="210313"/>
          </a:xfrm>
          <a:prstGeom prst="line">
            <a:avLst/>
          </a:prstGeom>
          <a:ln w="15875">
            <a:solidFill>
              <a:schemeClr val="accent1"/>
            </a:solidFill>
          </a:ln>
        </p:spPr>
        <p:txBody>
          <a:bodyPr lIns="45719" rIns="45719"/>
          <a:lstStyle/>
          <a:p>
            <a:pPr/>
          </a:p>
        </p:txBody>
      </p:sp>
      <p:sp>
        <p:nvSpPr>
          <p:cNvPr id="54" name="Text 13"/>
          <p:cNvSpPr txBox="1"/>
          <p:nvPr/>
        </p:nvSpPr>
        <p:spPr>
          <a:xfrm>
            <a:off x="7635240" y="2785110"/>
            <a:ext cx="27432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t>STEP 1  </a:t>
            </a:r>
            <a:r>
              <a:rPr>
                <a:solidFill>
                  <a:srgbClr val="6E6E73"/>
                </a:solidFill>
                <a:latin typeface="+mn-lt"/>
                <a:ea typeface="+mn-ea"/>
                <a:cs typeface="+mn-cs"/>
                <a:sym typeface="Helvetica"/>
              </a:rPr>
              <a:t>분류표</a:t>
            </a:r>
          </a:p>
        </p:txBody>
      </p:sp>
      <p:sp>
        <p:nvSpPr>
          <p:cNvPr id="55" name="step-dot"/>
          <p:cNvSpPr/>
          <p:nvPr/>
        </p:nvSpPr>
        <p:spPr>
          <a:xfrm>
            <a:off x="7223759" y="3227832"/>
            <a:ext cx="274321" cy="274321"/>
          </a:xfrm>
          <a:prstGeom prst="ellipse">
            <a:avLst/>
          </a:prstGeom>
          <a:solidFill>
            <a:schemeClr val="accent1"/>
          </a:solidFill>
          <a:ln w="19050">
            <a:solidFill>
              <a:schemeClr val="accent1"/>
            </a:solidFill>
          </a:ln>
        </p:spPr>
        <p:txBody>
          <a:bodyPr lIns="45719" rIns="45719"/>
          <a:lstStyle/>
          <a:p>
            <a:pPr/>
          </a:p>
        </p:txBody>
      </p:sp>
      <p:sp>
        <p:nvSpPr>
          <p:cNvPr id="56" name="step-link"/>
          <p:cNvSpPr/>
          <p:nvPr/>
        </p:nvSpPr>
        <p:spPr>
          <a:xfrm>
            <a:off x="7360919" y="3502152"/>
            <a:ext cx="1" cy="210313"/>
          </a:xfrm>
          <a:prstGeom prst="line">
            <a:avLst/>
          </a:prstGeom>
          <a:ln w="15875">
            <a:solidFill>
              <a:schemeClr val="accent1"/>
            </a:solidFill>
          </a:ln>
        </p:spPr>
        <p:txBody>
          <a:bodyPr lIns="45719" rIns="45719"/>
          <a:lstStyle/>
          <a:p>
            <a:pPr/>
          </a:p>
        </p:txBody>
      </p:sp>
      <p:sp>
        <p:nvSpPr>
          <p:cNvPr id="57" name="Text 16"/>
          <p:cNvSpPr txBox="1"/>
          <p:nvPr/>
        </p:nvSpPr>
        <p:spPr>
          <a:xfrm>
            <a:off x="7635240" y="3269741"/>
            <a:ext cx="27432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t>STEP 2  </a:t>
            </a:r>
            <a:r>
              <a:rPr>
                <a:solidFill>
                  <a:srgbClr val="6E6E73"/>
                </a:solidFill>
                <a:latin typeface="+mn-lt"/>
                <a:ea typeface="+mn-ea"/>
                <a:cs typeface="+mn-cs"/>
                <a:sym typeface="Helvetica"/>
              </a:rPr>
              <a:t>경로 가이드 작성</a:t>
            </a:r>
          </a:p>
        </p:txBody>
      </p:sp>
      <p:sp>
        <p:nvSpPr>
          <p:cNvPr id="58" name="step-dot"/>
          <p:cNvSpPr/>
          <p:nvPr/>
        </p:nvSpPr>
        <p:spPr>
          <a:xfrm>
            <a:off x="7223759" y="3712464"/>
            <a:ext cx="274321" cy="274321"/>
          </a:xfrm>
          <a:prstGeom prst="ellipse">
            <a:avLst/>
          </a:prstGeom>
          <a:solidFill>
            <a:schemeClr val="accent1"/>
          </a:solidFill>
          <a:ln w="19050">
            <a:solidFill>
              <a:schemeClr val="accent1"/>
            </a:solidFill>
          </a:ln>
        </p:spPr>
        <p:txBody>
          <a:bodyPr lIns="45719" rIns="45719"/>
          <a:lstStyle/>
          <a:p>
            <a:pPr/>
          </a:p>
        </p:txBody>
      </p:sp>
      <p:sp>
        <p:nvSpPr>
          <p:cNvPr id="59" name="step-link"/>
          <p:cNvSpPr/>
          <p:nvPr/>
        </p:nvSpPr>
        <p:spPr>
          <a:xfrm>
            <a:off x="7360919" y="3986784"/>
            <a:ext cx="1" cy="210313"/>
          </a:xfrm>
          <a:prstGeom prst="line">
            <a:avLst/>
          </a:prstGeom>
          <a:ln w="15875">
            <a:solidFill>
              <a:schemeClr val="accent1"/>
            </a:solidFill>
          </a:ln>
        </p:spPr>
        <p:txBody>
          <a:bodyPr lIns="45719" rIns="45719"/>
          <a:lstStyle/>
          <a:p>
            <a:pPr/>
          </a:p>
        </p:txBody>
      </p:sp>
      <p:sp>
        <p:nvSpPr>
          <p:cNvPr id="60" name="Text 19"/>
          <p:cNvSpPr txBox="1"/>
          <p:nvPr/>
        </p:nvSpPr>
        <p:spPr>
          <a:xfrm>
            <a:off x="7635240" y="3754373"/>
            <a:ext cx="27432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t>STEP 3  </a:t>
            </a:r>
            <a:r>
              <a:rPr>
                <a:solidFill>
                  <a:srgbClr val="6E6E73"/>
                </a:solidFill>
                <a:latin typeface="+mn-lt"/>
                <a:ea typeface="+mn-ea"/>
                <a:cs typeface="+mn-cs"/>
                <a:sym typeface="Helvetica"/>
              </a:rPr>
              <a:t>연결 </a:t>
            </a:r>
            <a:r>
              <a:rPr>
                <a:solidFill>
                  <a:srgbClr val="6E6E73"/>
                </a:solidFill>
                <a:latin typeface="+mj-lt"/>
                <a:ea typeface="+mj-ea"/>
                <a:cs typeface="+mj-cs"/>
                <a:sym typeface="Pretendard Regular"/>
              </a:rPr>
              <a:t>(@import)</a:t>
            </a:r>
          </a:p>
        </p:txBody>
      </p:sp>
      <p:sp>
        <p:nvSpPr>
          <p:cNvPr id="61" name="step-dot"/>
          <p:cNvSpPr/>
          <p:nvPr/>
        </p:nvSpPr>
        <p:spPr>
          <a:xfrm>
            <a:off x="7223759" y="4197096"/>
            <a:ext cx="274321" cy="274321"/>
          </a:xfrm>
          <a:prstGeom prst="ellipse">
            <a:avLst/>
          </a:prstGeom>
          <a:solidFill>
            <a:schemeClr val="accent1"/>
          </a:solidFill>
          <a:ln w="19050">
            <a:solidFill>
              <a:schemeClr val="accent1"/>
            </a:solidFill>
          </a:ln>
        </p:spPr>
        <p:txBody>
          <a:bodyPr lIns="45719" rIns="45719"/>
          <a:lstStyle/>
          <a:p>
            <a:pPr/>
          </a:p>
        </p:txBody>
      </p:sp>
      <p:sp>
        <p:nvSpPr>
          <p:cNvPr id="62" name="step-link"/>
          <p:cNvSpPr/>
          <p:nvPr/>
        </p:nvSpPr>
        <p:spPr>
          <a:xfrm>
            <a:off x="7360919" y="4471415"/>
            <a:ext cx="1" cy="210313"/>
          </a:xfrm>
          <a:prstGeom prst="line">
            <a:avLst/>
          </a:prstGeom>
          <a:ln w="15875">
            <a:solidFill>
              <a:schemeClr val="accent1"/>
            </a:solidFill>
          </a:ln>
        </p:spPr>
        <p:txBody>
          <a:bodyPr lIns="45719" rIns="45719"/>
          <a:lstStyle/>
          <a:p>
            <a:pPr/>
          </a:p>
        </p:txBody>
      </p:sp>
      <p:sp>
        <p:nvSpPr>
          <p:cNvPr id="63" name="Text 22"/>
          <p:cNvSpPr txBox="1"/>
          <p:nvPr/>
        </p:nvSpPr>
        <p:spPr>
          <a:xfrm>
            <a:off x="7635240" y="4239005"/>
            <a:ext cx="27432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t>STEP 4  </a:t>
            </a:r>
            <a:r>
              <a:rPr>
                <a:solidFill>
                  <a:srgbClr val="6E6E73"/>
                </a:solidFill>
                <a:latin typeface="+mn-lt"/>
                <a:ea typeface="+mn-ea"/>
                <a:cs typeface="+mn-cs"/>
                <a:sym typeface="Helvetica"/>
              </a:rPr>
              <a:t>영상 녹화 </a:t>
            </a:r>
            <a:r>
              <a:rPr>
                <a:solidFill>
                  <a:srgbClr val="6E6E73"/>
                </a:solidFill>
                <a:latin typeface="+mj-lt"/>
                <a:ea typeface="+mj-ea"/>
                <a:cs typeface="+mj-cs"/>
                <a:sym typeface="Pretendard Regular"/>
              </a:rPr>
              <a:t>· </a:t>
            </a:r>
            <a:r>
              <a:rPr>
                <a:solidFill>
                  <a:srgbClr val="6E6E73"/>
                </a:solidFill>
                <a:latin typeface="+mn-lt"/>
                <a:ea typeface="+mn-ea"/>
                <a:cs typeface="+mn-cs"/>
                <a:sym typeface="Helvetica"/>
              </a:rPr>
              <a:t>판독</a:t>
            </a:r>
          </a:p>
        </p:txBody>
      </p:sp>
      <p:sp>
        <p:nvSpPr>
          <p:cNvPr id="64" name="step-dot"/>
          <p:cNvSpPr/>
          <p:nvPr/>
        </p:nvSpPr>
        <p:spPr>
          <a:xfrm>
            <a:off x="7223759" y="4681728"/>
            <a:ext cx="274321" cy="274321"/>
          </a:xfrm>
          <a:prstGeom prst="ellipse">
            <a:avLst/>
          </a:prstGeom>
          <a:solidFill>
            <a:schemeClr val="accent1"/>
          </a:solidFill>
          <a:ln w="19050">
            <a:solidFill>
              <a:schemeClr val="accent1"/>
            </a:solidFill>
          </a:ln>
        </p:spPr>
        <p:txBody>
          <a:bodyPr lIns="45719" rIns="45719"/>
          <a:lstStyle/>
          <a:p>
            <a:pPr/>
          </a:p>
        </p:txBody>
      </p:sp>
      <p:sp>
        <p:nvSpPr>
          <p:cNvPr id="65" name="step-link"/>
          <p:cNvSpPr/>
          <p:nvPr/>
        </p:nvSpPr>
        <p:spPr>
          <a:xfrm>
            <a:off x="7360919" y="4956047"/>
            <a:ext cx="1" cy="210313"/>
          </a:xfrm>
          <a:prstGeom prst="line">
            <a:avLst/>
          </a:prstGeom>
          <a:ln w="15875">
            <a:solidFill>
              <a:schemeClr val="accent1"/>
            </a:solidFill>
          </a:ln>
        </p:spPr>
        <p:txBody>
          <a:bodyPr lIns="45719" rIns="45719"/>
          <a:lstStyle/>
          <a:p>
            <a:pPr/>
          </a:p>
        </p:txBody>
      </p:sp>
      <p:sp>
        <p:nvSpPr>
          <p:cNvPr id="66" name="Text 25"/>
          <p:cNvSpPr txBox="1"/>
          <p:nvPr/>
        </p:nvSpPr>
        <p:spPr>
          <a:xfrm>
            <a:off x="7635240" y="4723638"/>
            <a:ext cx="27432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t>STEP 5  </a:t>
            </a:r>
            <a:r>
              <a:rPr>
                <a:solidFill>
                  <a:srgbClr val="6E6E73"/>
                </a:solidFill>
                <a:latin typeface="+mn-lt"/>
                <a:ea typeface="+mn-ea"/>
                <a:cs typeface="+mn-cs"/>
                <a:sym typeface="Helvetica"/>
              </a:rPr>
              <a:t>확산 </a:t>
            </a:r>
            <a:r>
              <a:rPr>
                <a:solidFill>
                  <a:srgbClr val="6E6E73"/>
                </a:solidFill>
                <a:latin typeface="+mj-lt"/>
                <a:ea typeface="+mj-ea"/>
                <a:cs typeface="+mj-cs"/>
                <a:sym typeface="Pretendard Regular"/>
              </a:rPr>
              <a:t>· </a:t>
            </a:r>
            <a:r>
              <a:rPr>
                <a:solidFill>
                  <a:srgbClr val="6E6E73"/>
                </a:solidFill>
                <a:latin typeface="+mn-lt"/>
                <a:ea typeface="+mn-ea"/>
                <a:cs typeface="+mn-cs"/>
                <a:sym typeface="Helvetica"/>
              </a:rPr>
              <a:t>검증</a:t>
            </a:r>
          </a:p>
        </p:txBody>
      </p:sp>
      <p:sp>
        <p:nvSpPr>
          <p:cNvPr id="67" name="step-dot"/>
          <p:cNvSpPr/>
          <p:nvPr/>
        </p:nvSpPr>
        <p:spPr>
          <a:xfrm>
            <a:off x="7223759" y="5166359"/>
            <a:ext cx="274321" cy="274321"/>
          </a:xfrm>
          <a:prstGeom prst="ellipse">
            <a:avLst/>
          </a:prstGeom>
          <a:solidFill>
            <a:schemeClr val="accent1"/>
          </a:solidFill>
          <a:ln w="19050">
            <a:solidFill>
              <a:schemeClr val="accent1"/>
            </a:solidFill>
          </a:ln>
        </p:spPr>
        <p:txBody>
          <a:bodyPr lIns="45719" rIns="45719"/>
          <a:lstStyle/>
          <a:p>
            <a:pPr/>
          </a:p>
        </p:txBody>
      </p:sp>
      <p:sp>
        <p:nvSpPr>
          <p:cNvPr id="68" name="step-link"/>
          <p:cNvSpPr/>
          <p:nvPr/>
        </p:nvSpPr>
        <p:spPr>
          <a:xfrm>
            <a:off x="7360919" y="5440679"/>
            <a:ext cx="1" cy="210313"/>
          </a:xfrm>
          <a:prstGeom prst="line">
            <a:avLst/>
          </a:prstGeom>
          <a:ln w="15875">
            <a:solidFill>
              <a:schemeClr val="accent1"/>
            </a:solidFill>
          </a:ln>
        </p:spPr>
        <p:txBody>
          <a:bodyPr lIns="45719" rIns="45719"/>
          <a:lstStyle/>
          <a:p>
            <a:pPr/>
          </a:p>
        </p:txBody>
      </p:sp>
      <p:sp>
        <p:nvSpPr>
          <p:cNvPr id="69" name="Text 28"/>
          <p:cNvSpPr txBox="1"/>
          <p:nvPr/>
        </p:nvSpPr>
        <p:spPr>
          <a:xfrm>
            <a:off x="7635240" y="5208270"/>
            <a:ext cx="27432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t>STEP 6  </a:t>
            </a:r>
            <a:r>
              <a:rPr>
                <a:solidFill>
                  <a:srgbClr val="6E6E73"/>
                </a:solidFill>
                <a:latin typeface="+mn-lt"/>
                <a:ea typeface="+mn-ea"/>
                <a:cs typeface="+mn-cs"/>
                <a:sym typeface="Helvetica"/>
              </a:rPr>
              <a:t>스킬 승격</a:t>
            </a:r>
          </a:p>
        </p:txBody>
      </p:sp>
      <p:sp>
        <p:nvSpPr>
          <p:cNvPr id="70" name="step-dot"/>
          <p:cNvSpPr/>
          <p:nvPr/>
        </p:nvSpPr>
        <p:spPr>
          <a:xfrm>
            <a:off x="7223759" y="5650991"/>
            <a:ext cx="274321" cy="274321"/>
          </a:xfrm>
          <a:prstGeom prst="ellipse">
            <a:avLst/>
          </a:prstGeom>
          <a:solidFill>
            <a:schemeClr val="accent2">
              <a:hueOff val="-15247060"/>
              <a:satOff val="-68000"/>
              <a:lumOff val="4901"/>
            </a:schemeClr>
          </a:solidFill>
          <a:ln w="19050">
            <a:solidFill>
              <a:schemeClr val="accent4"/>
            </a:solidFill>
          </a:ln>
        </p:spPr>
        <p:txBody>
          <a:bodyPr lIns="45719" rIns="45719"/>
          <a:lstStyle/>
          <a:p>
            <a:pPr/>
          </a:p>
        </p:txBody>
      </p:sp>
      <p:sp>
        <p:nvSpPr>
          <p:cNvPr id="71" name="Text 30"/>
          <p:cNvSpPr txBox="1"/>
          <p:nvPr/>
        </p:nvSpPr>
        <p:spPr>
          <a:xfrm>
            <a:off x="7635240" y="5692902"/>
            <a:ext cx="27432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solidFill>
                  <a:schemeClr val="accent4"/>
                </a:solidFill>
                <a:latin typeface="Pretendard Bold"/>
                <a:ea typeface="Pretendard Bold"/>
                <a:cs typeface="Pretendard Bold"/>
                <a:sym typeface="Pretendard Bold"/>
              </a:defRPr>
            </a:pPr>
            <a:r>
              <a:t>STEP 7  </a:t>
            </a:r>
            <a:r>
              <a:rPr>
                <a:solidFill>
                  <a:srgbClr val="6E6E73"/>
                </a:solidFill>
                <a:latin typeface="+mn-lt"/>
                <a:ea typeface="+mn-ea"/>
                <a:cs typeface="+mn-cs"/>
                <a:sym typeface="Helvetica"/>
              </a:rPr>
              <a:t>배포 </a:t>
            </a:r>
            <a:r>
              <a:rPr>
                <a:solidFill>
                  <a:srgbClr val="6E6E73"/>
                </a:solidFill>
                <a:latin typeface="+mj-lt"/>
                <a:ea typeface="+mj-ea"/>
                <a:cs typeface="+mj-cs"/>
                <a:sym typeface="Pretendard Regular"/>
              </a:rPr>
              <a:t>· </a:t>
            </a:r>
            <a:r>
              <a:rPr>
                <a:solidFill>
                  <a:srgbClr val="6E6E73"/>
                </a:solidFill>
                <a:latin typeface="+mn-lt"/>
                <a:ea typeface="+mn-ea"/>
                <a:cs typeface="+mn-cs"/>
                <a:sym typeface="Helvetica"/>
              </a:rPr>
              <a:t>팀원 셋업</a:t>
            </a:r>
          </a:p>
        </p:txBody>
      </p:sp>
      <p:sp>
        <p:nvSpPr>
          <p:cNvPr id="72" name="pill-bg"/>
          <p:cNvSpPr/>
          <p:nvPr/>
        </p:nvSpPr>
        <p:spPr>
          <a:xfrm>
            <a:off x="10469880" y="5660135"/>
            <a:ext cx="868681" cy="256033"/>
          </a:xfrm>
          <a:prstGeom prst="roundRect">
            <a:avLst>
              <a:gd name="adj" fmla="val 50000"/>
            </a:avLst>
          </a:prstGeom>
          <a:solidFill>
            <a:schemeClr val="accent4">
              <a:alpha val="14000"/>
            </a:schemeClr>
          </a:solidFill>
          <a:ln w="12700">
            <a:miter lim="400000"/>
          </a:ln>
        </p:spPr>
        <p:txBody>
          <a:bodyPr lIns="45719" rIns="45719"/>
          <a:lstStyle/>
          <a:p>
            <a:pPr/>
          </a:p>
        </p:txBody>
      </p:sp>
      <p:sp>
        <p:nvSpPr>
          <p:cNvPr id="73" name="pill"/>
          <p:cNvSpPr txBox="1"/>
          <p:nvPr/>
        </p:nvSpPr>
        <p:spPr>
          <a:xfrm>
            <a:off x="10469880" y="5714300"/>
            <a:ext cx="868681" cy="14770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900">
                <a:solidFill>
                  <a:schemeClr val="accent4"/>
                </a:solidFill>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지금 여기</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7" name="Text 1"/>
          <p:cNvSpPr txBox="1"/>
          <p:nvPr>
            <p:ph type="body" sz="quarter" idx="1"/>
          </p:nvPr>
        </p:nvSpPr>
        <p:spPr>
          <a:prstGeom prst="rect">
            <a:avLst/>
          </a:prstGeom>
        </p:spPr>
        <p:txBody>
          <a:bodyPr lIns="0" tIns="0" rIns="0" bIns="0"/>
          <a:lstStyle/>
          <a:p>
            <a:pPr/>
            <a:r>
              <a:t>CONTENTS</a:t>
            </a:r>
          </a:p>
        </p:txBody>
      </p:sp>
      <p:sp>
        <p:nvSpPr>
          <p:cNvPr id="78"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lvl1pPr>
              <a:defRPr>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목차</a:t>
            </a:r>
          </a:p>
        </p:txBody>
      </p:sp>
      <p:sp>
        <p:nvSpPr>
          <p:cNvPr id="79" name="Text 1"/>
          <p:cNvSpPr txBox="1"/>
          <p:nvPr>
            <p:ph type="title"/>
          </p:nvPr>
        </p:nvSpPr>
        <p:spPr>
          <a:xfrm>
            <a:off x="548640" y="676655"/>
            <a:ext cx="11091672" cy="658369"/>
          </a:xfrm>
          <a:prstGeom prst="rect">
            <a:avLst/>
          </a:prstGeom>
        </p:spPr>
        <p:txBody>
          <a:bodyPr lIns="0" tIns="0" rIns="0" bIns="0" anchor="ctr"/>
          <a:lstStyle>
            <a:lvl1pPr>
              <a:defRPr b="1">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목차</a:t>
            </a:r>
          </a:p>
        </p:txBody>
      </p:sp>
      <p:sp>
        <p:nvSpPr>
          <p:cNvPr id="80" name="toc-card"/>
          <p:cNvSpPr/>
          <p:nvPr/>
        </p:nvSpPr>
        <p:spPr>
          <a:xfrm>
            <a:off x="548640" y="1783079"/>
            <a:ext cx="5413248" cy="4343401"/>
          </a:xfrm>
          <a:prstGeom prst="roundRect">
            <a:avLst>
              <a:gd name="adj" fmla="val 2526"/>
            </a:avLst>
          </a:prstGeom>
          <a:solidFill>
            <a:srgbClr val="F5F5F7"/>
          </a:solidFill>
          <a:ln w="12700">
            <a:miter lim="400000"/>
          </a:ln>
        </p:spPr>
        <p:txBody>
          <a:bodyPr lIns="45719" rIns="45719"/>
          <a:lstStyle/>
          <a:p>
            <a:pPr/>
          </a:p>
        </p:txBody>
      </p:sp>
      <p:sp>
        <p:nvSpPr>
          <p:cNvPr id="81" name="Text 4"/>
          <p:cNvSpPr txBox="1"/>
          <p:nvPr/>
        </p:nvSpPr>
        <p:spPr>
          <a:xfrm>
            <a:off x="868680" y="2066289"/>
            <a:ext cx="1828801"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1"/>
                </a:solidFill>
                <a:latin typeface="Pretendard Bold"/>
                <a:ea typeface="Pretendard Bold"/>
                <a:cs typeface="Pretendard Bold"/>
                <a:sym typeface="Pretendard Bold"/>
              </a:defRPr>
            </a:lvl1pPr>
          </a:lstStyle>
          <a:p>
            <a:pPr/>
            <a:r>
              <a:t>PART 1</a:t>
            </a:r>
          </a:p>
        </p:txBody>
      </p:sp>
      <p:sp>
        <p:nvSpPr>
          <p:cNvPr id="82" name="Text 5"/>
          <p:cNvSpPr txBox="1"/>
          <p:nvPr/>
        </p:nvSpPr>
        <p:spPr>
          <a:xfrm>
            <a:off x="868680" y="2362577"/>
            <a:ext cx="4773168" cy="3497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2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결과 보고</a:t>
            </a:r>
          </a:p>
        </p:txBody>
      </p:sp>
      <p:sp>
        <p:nvSpPr>
          <p:cNvPr id="83" name="Text 6"/>
          <p:cNvSpPr txBox="1"/>
          <p:nvPr/>
        </p:nvSpPr>
        <p:spPr>
          <a:xfrm>
            <a:off x="868680" y="3177540"/>
            <a:ext cx="548641"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latin typeface="Pretendard Bold"/>
                <a:ea typeface="Pretendard Bold"/>
                <a:cs typeface="Pretendard Bold"/>
                <a:sym typeface="Pretendard Bold"/>
              </a:defRPr>
            </a:lvl1pPr>
          </a:lstStyle>
          <a:p>
            <a:pPr/>
            <a:r>
              <a:t>01</a:t>
            </a:r>
          </a:p>
        </p:txBody>
      </p:sp>
      <p:sp>
        <p:nvSpPr>
          <p:cNvPr id="84" name="Text 7"/>
          <p:cNvSpPr txBox="1"/>
          <p:nvPr/>
        </p:nvSpPr>
        <p:spPr>
          <a:xfrm>
            <a:off x="1463039" y="3170870"/>
            <a:ext cx="4224530"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한눈에 보는 결과</a:t>
            </a:r>
          </a:p>
        </p:txBody>
      </p:sp>
      <p:sp>
        <p:nvSpPr>
          <p:cNvPr id="85" name="Text 8"/>
          <p:cNvSpPr txBox="1"/>
          <p:nvPr/>
        </p:nvSpPr>
        <p:spPr>
          <a:xfrm>
            <a:off x="868680" y="3863340"/>
            <a:ext cx="548641"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latin typeface="Pretendard Bold"/>
                <a:ea typeface="Pretendard Bold"/>
                <a:cs typeface="Pretendard Bold"/>
                <a:sym typeface="Pretendard Bold"/>
              </a:defRPr>
            </a:lvl1pPr>
          </a:lstStyle>
          <a:p>
            <a:pPr/>
            <a:r>
              <a:t>02</a:t>
            </a:r>
          </a:p>
        </p:txBody>
      </p:sp>
      <p:sp>
        <p:nvSpPr>
          <p:cNvPr id="86" name="Text 9"/>
          <p:cNvSpPr txBox="1"/>
          <p:nvPr/>
        </p:nvSpPr>
        <p:spPr>
          <a:xfrm>
            <a:off x="1463039" y="3856670"/>
            <a:ext cx="4224530"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무엇이 달라졌나</a:t>
            </a:r>
          </a:p>
        </p:txBody>
      </p:sp>
      <p:sp>
        <p:nvSpPr>
          <p:cNvPr id="87" name="Text 10"/>
          <p:cNvSpPr txBox="1"/>
          <p:nvPr/>
        </p:nvSpPr>
        <p:spPr>
          <a:xfrm>
            <a:off x="868680" y="4549140"/>
            <a:ext cx="548641"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latin typeface="Pretendard Bold"/>
                <a:ea typeface="Pretendard Bold"/>
                <a:cs typeface="Pretendard Bold"/>
                <a:sym typeface="Pretendard Bold"/>
              </a:defRPr>
            </a:lvl1pPr>
          </a:lstStyle>
          <a:p>
            <a:pPr/>
            <a:r>
              <a:t>03</a:t>
            </a:r>
          </a:p>
        </p:txBody>
      </p:sp>
      <p:sp>
        <p:nvSpPr>
          <p:cNvPr id="88" name="Text 11"/>
          <p:cNvSpPr txBox="1"/>
          <p:nvPr/>
        </p:nvSpPr>
        <p:spPr>
          <a:xfrm>
            <a:off x="1463039" y="4542470"/>
            <a:ext cx="4224530"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500"/>
            </a:pPr>
            <a:r>
              <a:rPr>
                <a:latin typeface="+mn-lt"/>
                <a:ea typeface="+mn-ea"/>
                <a:cs typeface="+mn-cs"/>
                <a:sym typeface="Helvetica"/>
              </a:rPr>
              <a:t>어디까지 왔나 </a:t>
            </a:r>
            <a:r>
              <a:t>· </a:t>
            </a:r>
            <a:r>
              <a:rPr>
                <a:latin typeface="+mn-lt"/>
                <a:ea typeface="+mn-ea"/>
                <a:cs typeface="+mn-cs"/>
                <a:sym typeface="Helvetica"/>
              </a:rPr>
              <a:t>아직 아닌 것</a:t>
            </a:r>
          </a:p>
        </p:txBody>
      </p:sp>
      <p:sp>
        <p:nvSpPr>
          <p:cNvPr id="89" name="toc-card"/>
          <p:cNvSpPr/>
          <p:nvPr/>
        </p:nvSpPr>
        <p:spPr>
          <a:xfrm>
            <a:off x="6231635" y="1783079"/>
            <a:ext cx="5413249" cy="4343401"/>
          </a:xfrm>
          <a:prstGeom prst="roundRect">
            <a:avLst>
              <a:gd name="adj" fmla="val 2526"/>
            </a:avLst>
          </a:prstGeom>
          <a:solidFill>
            <a:srgbClr val="F5F5F7"/>
          </a:solidFill>
          <a:ln w="12700">
            <a:miter lim="400000"/>
          </a:ln>
        </p:spPr>
        <p:txBody>
          <a:bodyPr lIns="45719" rIns="45719"/>
          <a:lstStyle/>
          <a:p>
            <a:pPr/>
          </a:p>
        </p:txBody>
      </p:sp>
      <p:sp>
        <p:nvSpPr>
          <p:cNvPr id="90" name="Text 13"/>
          <p:cNvSpPr txBox="1"/>
          <p:nvPr/>
        </p:nvSpPr>
        <p:spPr>
          <a:xfrm>
            <a:off x="6551676" y="2066289"/>
            <a:ext cx="1828801"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1"/>
                </a:solidFill>
                <a:latin typeface="Pretendard Bold"/>
                <a:ea typeface="Pretendard Bold"/>
                <a:cs typeface="Pretendard Bold"/>
                <a:sym typeface="Pretendard Bold"/>
              </a:defRPr>
            </a:lvl1pPr>
          </a:lstStyle>
          <a:p>
            <a:pPr/>
            <a:r>
              <a:t>PART 2</a:t>
            </a:r>
          </a:p>
        </p:txBody>
      </p:sp>
      <p:sp>
        <p:nvSpPr>
          <p:cNvPr id="91" name="Text 14"/>
          <p:cNvSpPr txBox="1"/>
          <p:nvPr/>
        </p:nvSpPr>
        <p:spPr>
          <a:xfrm>
            <a:off x="6551676" y="2362577"/>
            <a:ext cx="4773169" cy="3497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2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팀원 셋업 가이드</a:t>
            </a:r>
          </a:p>
        </p:txBody>
      </p:sp>
      <p:sp>
        <p:nvSpPr>
          <p:cNvPr id="92" name="Text 15"/>
          <p:cNvSpPr txBox="1"/>
          <p:nvPr/>
        </p:nvSpPr>
        <p:spPr>
          <a:xfrm>
            <a:off x="6551676" y="3177540"/>
            <a:ext cx="548641"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latin typeface="Pretendard Bold"/>
                <a:ea typeface="Pretendard Bold"/>
                <a:cs typeface="Pretendard Bold"/>
                <a:sym typeface="Pretendard Bold"/>
              </a:defRPr>
            </a:lvl1pPr>
          </a:lstStyle>
          <a:p>
            <a:pPr/>
            <a:r>
              <a:t>04</a:t>
            </a:r>
          </a:p>
        </p:txBody>
      </p:sp>
      <p:sp>
        <p:nvSpPr>
          <p:cNvPr id="93" name="Text 16"/>
          <p:cNvSpPr txBox="1"/>
          <p:nvPr/>
        </p:nvSpPr>
        <p:spPr>
          <a:xfrm>
            <a:off x="7146035" y="3170870"/>
            <a:ext cx="4224530"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500"/>
            </a:pPr>
            <a:r>
              <a:rPr>
                <a:latin typeface="+mn-lt"/>
                <a:ea typeface="+mn-ea"/>
                <a:cs typeface="+mn-cs"/>
                <a:sym typeface="Helvetica"/>
              </a:rPr>
              <a:t>시작 전에 </a:t>
            </a:r>
            <a:r>
              <a:t>— </a:t>
            </a:r>
            <a:r>
              <a:rPr>
                <a:latin typeface="+mn-lt"/>
                <a:ea typeface="+mn-ea"/>
                <a:cs typeface="+mn-cs"/>
                <a:sym typeface="Helvetica"/>
              </a:rPr>
              <a:t>준비물 </a:t>
            </a:r>
            <a:r>
              <a:t>· </a:t>
            </a:r>
            <a:r>
              <a:rPr>
                <a:latin typeface="+mn-lt"/>
                <a:ea typeface="+mn-ea"/>
                <a:cs typeface="+mn-cs"/>
                <a:sym typeface="Helvetica"/>
              </a:rPr>
              <a:t>터미널 </a:t>
            </a:r>
            <a:r>
              <a:t>· </a:t>
            </a:r>
            <a:r>
              <a:rPr>
                <a:latin typeface="+mn-lt"/>
                <a:ea typeface="+mn-ea"/>
                <a:cs typeface="+mn-cs"/>
                <a:sym typeface="Helvetica"/>
              </a:rPr>
              <a:t>어디서부터</a:t>
            </a:r>
          </a:p>
        </p:txBody>
      </p:sp>
      <p:sp>
        <p:nvSpPr>
          <p:cNvPr id="94" name="Text 17"/>
          <p:cNvSpPr txBox="1"/>
          <p:nvPr/>
        </p:nvSpPr>
        <p:spPr>
          <a:xfrm>
            <a:off x="6551676" y="3863340"/>
            <a:ext cx="548641"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latin typeface="Pretendard Bold"/>
                <a:ea typeface="Pretendard Bold"/>
                <a:cs typeface="Pretendard Bold"/>
                <a:sym typeface="Pretendard Bold"/>
              </a:defRPr>
            </a:lvl1pPr>
          </a:lstStyle>
          <a:p>
            <a:pPr/>
            <a:r>
              <a:t>05</a:t>
            </a:r>
          </a:p>
        </p:txBody>
      </p:sp>
      <p:sp>
        <p:nvSpPr>
          <p:cNvPr id="95" name="Text 18"/>
          <p:cNvSpPr txBox="1"/>
          <p:nvPr/>
        </p:nvSpPr>
        <p:spPr>
          <a:xfrm>
            <a:off x="7146035" y="3856670"/>
            <a:ext cx="4224530"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500"/>
            </a:pPr>
            <a:r>
              <a:t>STEP 1~9 — </a:t>
            </a:r>
            <a:r>
              <a:rPr>
                <a:latin typeface="+mn-lt"/>
                <a:ea typeface="+mn-ea"/>
                <a:cs typeface="+mn-cs"/>
                <a:sym typeface="Helvetica"/>
              </a:rPr>
              <a:t>한 장에 한 단계</a:t>
            </a:r>
          </a:p>
        </p:txBody>
      </p:sp>
      <p:sp>
        <p:nvSpPr>
          <p:cNvPr id="96" name="Text 19"/>
          <p:cNvSpPr txBox="1"/>
          <p:nvPr/>
        </p:nvSpPr>
        <p:spPr>
          <a:xfrm>
            <a:off x="6551676" y="4549140"/>
            <a:ext cx="548641"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latin typeface="Pretendard Bold"/>
                <a:ea typeface="Pretendard Bold"/>
                <a:cs typeface="Pretendard Bold"/>
                <a:sym typeface="Pretendard Bold"/>
              </a:defRPr>
            </a:lvl1pPr>
          </a:lstStyle>
          <a:p>
            <a:pPr/>
            <a:r>
              <a:t>06</a:t>
            </a:r>
          </a:p>
        </p:txBody>
      </p:sp>
      <p:sp>
        <p:nvSpPr>
          <p:cNvPr id="97" name="Text 20"/>
          <p:cNvSpPr txBox="1"/>
          <p:nvPr/>
        </p:nvSpPr>
        <p:spPr>
          <a:xfrm>
            <a:off x="7146035" y="4542470"/>
            <a:ext cx="4224530"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500"/>
            </a:pPr>
            <a:r>
              <a:rPr>
                <a:latin typeface="+mn-lt"/>
                <a:ea typeface="+mn-ea"/>
                <a:cs typeface="+mn-cs"/>
                <a:sym typeface="Helvetica"/>
              </a:rPr>
              <a:t>막혔을 때 </a:t>
            </a:r>
            <a:r>
              <a:t>· </a:t>
            </a:r>
            <a:r>
              <a:rPr>
                <a:latin typeface="+mn-lt"/>
                <a:ea typeface="+mn-ea"/>
                <a:cs typeface="+mn-cs"/>
                <a:sym typeface="Helvetica"/>
              </a:rPr>
              <a:t>운영 규칙</a:t>
            </a:r>
          </a:p>
        </p:txBody>
      </p:sp>
      <p:sp>
        <p:nvSpPr>
          <p:cNvPr id="98" name="Text 21"/>
          <p:cNvSpPr txBox="1"/>
          <p:nvPr/>
        </p:nvSpPr>
        <p:spPr>
          <a:xfrm>
            <a:off x="6551676" y="5234940"/>
            <a:ext cx="548641"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latin typeface="Pretendard Bold"/>
                <a:ea typeface="Pretendard Bold"/>
                <a:cs typeface="Pretendard Bold"/>
                <a:sym typeface="Pretendard Bold"/>
              </a:defRPr>
            </a:lvl1pPr>
          </a:lstStyle>
          <a:p>
            <a:pPr/>
            <a:r>
              <a:t>07</a:t>
            </a:r>
          </a:p>
        </p:txBody>
      </p:sp>
      <p:sp>
        <p:nvSpPr>
          <p:cNvPr id="99" name="Text 22"/>
          <p:cNvSpPr txBox="1"/>
          <p:nvPr/>
        </p:nvSpPr>
        <p:spPr>
          <a:xfrm>
            <a:off x="7146035" y="5228270"/>
            <a:ext cx="4224530"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다음 순서</a:t>
            </a:r>
          </a:p>
        </p:txBody>
      </p:sp>
      <p:sp>
        <p:nvSpPr>
          <p:cNvPr id="100" name="Slide Number Placeholder 0"/>
          <p:cNvSpPr txBox="1"/>
          <p:nvPr>
            <p:ph type="sldNum" sz="quarter" idx="4294967295"/>
          </p:nvPr>
        </p:nvSpPr>
        <p:spPr>
          <a:xfrm>
            <a:off x="11469087" y="6355079"/>
            <a:ext cx="171225"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4" name="Text 1"/>
          <p:cNvSpPr txBox="1"/>
          <p:nvPr>
            <p:ph type="body" sz="quarter" idx="1"/>
          </p:nvPr>
        </p:nvSpPr>
        <p:spPr>
          <a:prstGeom prst="rect">
            <a:avLst/>
          </a:prstGeom>
        </p:spPr>
        <p:txBody>
          <a:bodyPr lIns="0" tIns="0" rIns="0" bIns="0"/>
          <a:lstStyle/>
          <a:p>
            <a:pPr/>
            <a:r>
              <a:t>PART 1 · </a:t>
            </a:r>
            <a:r>
              <a:rPr b="1">
                <a:latin typeface="+mn-lt"/>
                <a:ea typeface="+mn-ea"/>
                <a:cs typeface="+mn-cs"/>
                <a:sym typeface="Helvetica"/>
              </a:rPr>
              <a:t>결과 보고</a:t>
            </a:r>
          </a:p>
        </p:txBody>
      </p:sp>
      <p:sp>
        <p:nvSpPr>
          <p:cNvPr id="105"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01  </a:t>
            </a:r>
            <a:r>
              <a:rPr>
                <a:latin typeface="+mn-lt"/>
                <a:ea typeface="+mn-ea"/>
                <a:cs typeface="+mn-cs"/>
                <a:sym typeface="Helvetica"/>
              </a:rPr>
              <a:t>한눈에</a:t>
            </a:r>
          </a:p>
        </p:txBody>
      </p:sp>
      <p:sp>
        <p:nvSpPr>
          <p:cNvPr id="106" name="Text 1"/>
          <p:cNvSpPr txBox="1"/>
          <p:nvPr>
            <p:ph type="title"/>
          </p:nvPr>
        </p:nvSpPr>
        <p:spPr>
          <a:xfrm>
            <a:off x="548640" y="676655"/>
            <a:ext cx="11091672" cy="658369"/>
          </a:xfrm>
          <a:prstGeom prst="rect">
            <a:avLst/>
          </a:prstGeom>
        </p:spPr>
        <p:txBody>
          <a:bodyPr lIns="0" tIns="0" rIns="0" bIns="0" anchor="ctr"/>
          <a:lstStyle/>
          <a:p>
            <a:pPr/>
            <a:r>
              <a:t>Claude</a:t>
            </a:r>
            <a:r>
              <a:rPr b="1">
                <a:latin typeface="+mn-lt"/>
                <a:ea typeface="+mn-ea"/>
                <a:cs typeface="+mn-cs"/>
                <a:sym typeface="Helvetica"/>
              </a:rPr>
              <a:t>가 </a:t>
            </a:r>
            <a:r>
              <a:t>CdBd</a:t>
            </a:r>
            <a:r>
              <a:rPr b="1">
                <a:latin typeface="+mn-lt"/>
                <a:ea typeface="+mn-ea"/>
                <a:cs typeface="+mn-cs"/>
                <a:sym typeface="Helvetica"/>
              </a:rPr>
              <a:t>를 「알고</a:t>
            </a:r>
            <a:r>
              <a:t>, </a:t>
            </a:r>
            <a:r>
              <a:rPr b="1">
                <a:latin typeface="+mn-lt"/>
                <a:ea typeface="+mn-ea"/>
                <a:cs typeface="+mn-cs"/>
                <a:sym typeface="Helvetica"/>
              </a:rPr>
              <a:t>직접 하는」 단계까지 왔습니다</a:t>
            </a:r>
          </a:p>
        </p:txBody>
      </p:sp>
      <p:sp>
        <p:nvSpPr>
          <p:cNvPr id="107"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이제 남은 건 팀원분들 맥에 똑같은 환경을 만드는 것 </a:t>
            </a:r>
            <a:r>
              <a:t>— </a:t>
            </a:r>
            <a:r>
              <a:rPr>
                <a:latin typeface="+mn-lt"/>
                <a:ea typeface="+mn-ea"/>
                <a:cs typeface="+mn-cs"/>
                <a:sym typeface="Helvetica"/>
              </a:rPr>
              <a:t>오늘 </a:t>
            </a:r>
            <a:r>
              <a:t>2</a:t>
            </a:r>
            <a:r>
              <a:rPr>
                <a:latin typeface="+mn-lt"/>
                <a:ea typeface="+mn-ea"/>
                <a:cs typeface="+mn-cs"/>
                <a:sym typeface="Helvetica"/>
              </a:rPr>
              <a:t>부에서 그 방법을 설명합니다</a:t>
            </a:r>
            <a:r>
              <a:t>.</a:t>
            </a:r>
          </a:p>
        </p:txBody>
      </p:sp>
      <p:sp>
        <p:nvSpPr>
          <p:cNvPr id="108" name="kpi-card"/>
          <p:cNvSpPr/>
          <p:nvPr/>
        </p:nvSpPr>
        <p:spPr>
          <a:xfrm>
            <a:off x="548640" y="2103120"/>
            <a:ext cx="2560321" cy="3566160"/>
          </a:xfrm>
          <a:prstGeom prst="roundRect">
            <a:avLst>
              <a:gd name="adj" fmla="val 4286"/>
            </a:avLst>
          </a:prstGeom>
          <a:solidFill>
            <a:srgbClr val="F5F5F7"/>
          </a:solidFill>
          <a:ln w="12700">
            <a:miter lim="400000"/>
          </a:ln>
        </p:spPr>
        <p:txBody>
          <a:bodyPr lIns="45719" rIns="45719"/>
          <a:lstStyle/>
          <a:p>
            <a:pPr/>
          </a:p>
        </p:txBody>
      </p:sp>
      <p:sp>
        <p:nvSpPr>
          <p:cNvPr id="109" name="Text 5"/>
          <p:cNvSpPr txBox="1"/>
          <p:nvPr/>
        </p:nvSpPr>
        <p:spPr>
          <a:xfrm>
            <a:off x="822960" y="2683510"/>
            <a:ext cx="2103121" cy="850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5600">
                <a:latin typeface="Pretendard Bold"/>
                <a:ea typeface="Pretendard Bold"/>
                <a:cs typeface="Pretendard Bold"/>
                <a:sym typeface="Pretendard Bold"/>
              </a:defRPr>
            </a:pPr>
            <a:r>
              <a:t>7</a:t>
            </a:r>
            <a:r>
              <a:rPr sz="1600">
                <a:solidFill>
                  <a:srgbClr val="6E6E73"/>
                </a:solidFill>
              </a:rPr>
              <a:t>  / 8 </a:t>
            </a:r>
            <a:r>
              <a:rPr b="1" sz="1600">
                <a:solidFill>
                  <a:srgbClr val="6E6E73"/>
                </a:solidFill>
                <a:latin typeface="+mn-lt"/>
                <a:ea typeface="+mn-ea"/>
                <a:cs typeface="+mn-cs"/>
                <a:sym typeface="Helvetica"/>
              </a:rPr>
              <a:t>단계</a:t>
            </a:r>
          </a:p>
        </p:txBody>
      </p:sp>
      <p:sp>
        <p:nvSpPr>
          <p:cNvPr id="110" name="Text 6"/>
          <p:cNvSpPr txBox="1"/>
          <p:nvPr/>
        </p:nvSpPr>
        <p:spPr>
          <a:xfrm>
            <a:off x="822960" y="3931920"/>
            <a:ext cx="2057401" cy="25552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계획 단계 완료</a:t>
            </a:r>
          </a:p>
        </p:txBody>
      </p:sp>
      <p:sp>
        <p:nvSpPr>
          <p:cNvPr id="111" name="Text 7"/>
          <p:cNvSpPr txBox="1"/>
          <p:nvPr/>
        </p:nvSpPr>
        <p:spPr>
          <a:xfrm>
            <a:off x="822960" y="4434840"/>
            <a:ext cx="20574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6E6E73"/>
                </a:solidFill>
              </a:defRPr>
            </a:pPr>
            <a:r>
              <a:rPr>
                <a:latin typeface="+mn-lt"/>
                <a:ea typeface="+mn-ea"/>
                <a:cs typeface="+mn-cs"/>
                <a:sym typeface="Helvetica"/>
              </a:rPr>
              <a:t>마지막 단계 </a:t>
            </a:r>
            <a:r>
              <a:t>= </a:t>
            </a:r>
            <a:r>
              <a:rPr>
                <a:latin typeface="+mn-lt"/>
                <a:ea typeface="+mn-ea"/>
                <a:cs typeface="+mn-cs"/>
                <a:sym typeface="Helvetica"/>
              </a:rPr>
              <a:t>팀원 셋업</a:t>
            </a:r>
          </a:p>
        </p:txBody>
      </p:sp>
      <p:sp>
        <p:nvSpPr>
          <p:cNvPr id="112" name="kpi-card"/>
          <p:cNvSpPr/>
          <p:nvPr/>
        </p:nvSpPr>
        <p:spPr>
          <a:xfrm>
            <a:off x="3392423" y="2103120"/>
            <a:ext cx="2560322" cy="3566160"/>
          </a:xfrm>
          <a:prstGeom prst="roundRect">
            <a:avLst>
              <a:gd name="adj" fmla="val 4286"/>
            </a:avLst>
          </a:prstGeom>
          <a:solidFill>
            <a:srgbClr val="F5F5F7"/>
          </a:solidFill>
          <a:ln w="12700">
            <a:miter lim="400000"/>
          </a:ln>
        </p:spPr>
        <p:txBody>
          <a:bodyPr lIns="45719" rIns="45719"/>
          <a:lstStyle/>
          <a:p>
            <a:pPr/>
          </a:p>
        </p:txBody>
      </p:sp>
      <p:sp>
        <p:nvSpPr>
          <p:cNvPr id="113" name="Text 9"/>
          <p:cNvSpPr txBox="1"/>
          <p:nvPr/>
        </p:nvSpPr>
        <p:spPr>
          <a:xfrm>
            <a:off x="3666744" y="2683510"/>
            <a:ext cx="2103121" cy="850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5600">
                <a:latin typeface="Pretendard Bold"/>
                <a:ea typeface="Pretendard Bold"/>
                <a:cs typeface="Pretendard Bold"/>
                <a:sym typeface="Pretendard Bold"/>
              </a:defRPr>
            </a:pPr>
            <a:r>
              <a:t>23</a:t>
            </a:r>
            <a:r>
              <a:rPr sz="1600">
                <a:solidFill>
                  <a:srgbClr val="6E6E73"/>
                </a:solidFill>
              </a:rPr>
              <a:t>  / 23</a:t>
            </a:r>
          </a:p>
        </p:txBody>
      </p:sp>
      <p:sp>
        <p:nvSpPr>
          <p:cNvPr id="114" name="Text 10"/>
          <p:cNvSpPr txBox="1"/>
          <p:nvPr/>
        </p:nvSpPr>
        <p:spPr>
          <a:xfrm>
            <a:off x="3666744" y="3931920"/>
            <a:ext cx="2057401" cy="25552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확인 질문 전부 통과</a:t>
            </a:r>
          </a:p>
        </p:txBody>
      </p:sp>
      <p:sp>
        <p:nvSpPr>
          <p:cNvPr id="115" name="Text 11"/>
          <p:cNvSpPr txBox="1"/>
          <p:nvPr/>
        </p:nvSpPr>
        <p:spPr>
          <a:xfrm>
            <a:off x="3666744" y="4434840"/>
            <a:ext cx="2057401"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6E6E73"/>
                </a:solidFill>
              </a:defRPr>
            </a:pPr>
            <a:r>
              <a:rPr>
                <a:latin typeface="+mn-lt"/>
                <a:ea typeface="+mn-ea"/>
                <a:cs typeface="+mn-cs"/>
                <a:sym typeface="Helvetica"/>
              </a:rPr>
              <a:t>「</a:t>
            </a:r>
            <a:r>
              <a:t>Claude</a:t>
            </a:r>
            <a:r>
              <a:rPr>
                <a:latin typeface="+mn-lt"/>
                <a:ea typeface="+mn-ea"/>
                <a:cs typeface="+mn-cs"/>
                <a:sym typeface="Helvetica"/>
              </a:rPr>
              <a:t>가 제대로 아는가」 자동 채점</a:t>
            </a:r>
          </a:p>
        </p:txBody>
      </p:sp>
      <p:sp>
        <p:nvSpPr>
          <p:cNvPr id="116" name="kpi-card"/>
          <p:cNvSpPr/>
          <p:nvPr/>
        </p:nvSpPr>
        <p:spPr>
          <a:xfrm>
            <a:off x="6236208" y="2103120"/>
            <a:ext cx="2560321" cy="3566160"/>
          </a:xfrm>
          <a:prstGeom prst="roundRect">
            <a:avLst>
              <a:gd name="adj" fmla="val 4286"/>
            </a:avLst>
          </a:prstGeom>
          <a:solidFill>
            <a:srgbClr val="F5F5F7"/>
          </a:solidFill>
          <a:ln w="12700">
            <a:miter lim="400000"/>
          </a:ln>
        </p:spPr>
        <p:txBody>
          <a:bodyPr lIns="45719" rIns="45719"/>
          <a:lstStyle/>
          <a:p>
            <a:pPr/>
          </a:p>
        </p:txBody>
      </p:sp>
      <p:sp>
        <p:nvSpPr>
          <p:cNvPr id="117" name="Text 13"/>
          <p:cNvSpPr txBox="1"/>
          <p:nvPr/>
        </p:nvSpPr>
        <p:spPr>
          <a:xfrm>
            <a:off x="6510528" y="2683510"/>
            <a:ext cx="2103121" cy="850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5600">
                <a:latin typeface="Pretendard Bold"/>
                <a:ea typeface="Pretendard Bold"/>
                <a:cs typeface="Pretendard Bold"/>
                <a:sym typeface="Pretendard Bold"/>
              </a:defRPr>
            </a:pPr>
            <a:r>
              <a:t>28</a:t>
            </a:r>
            <a:r>
              <a:rPr sz="1600">
                <a:solidFill>
                  <a:srgbClr val="6E6E73"/>
                </a:solidFill>
              </a:rPr>
              <a:t>  / 28</a:t>
            </a:r>
          </a:p>
        </p:txBody>
      </p:sp>
      <p:sp>
        <p:nvSpPr>
          <p:cNvPr id="118" name="Text 14"/>
          <p:cNvSpPr txBox="1"/>
          <p:nvPr/>
        </p:nvSpPr>
        <p:spPr>
          <a:xfrm>
            <a:off x="6510528" y="3931920"/>
            <a:ext cx="2057401" cy="25552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기기 점검 항목 통과</a:t>
            </a:r>
          </a:p>
        </p:txBody>
      </p:sp>
      <p:sp>
        <p:nvSpPr>
          <p:cNvPr id="119" name="Text 15"/>
          <p:cNvSpPr txBox="1"/>
          <p:nvPr/>
        </p:nvSpPr>
        <p:spPr>
          <a:xfrm>
            <a:off x="6510528" y="4434840"/>
            <a:ext cx="20574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셋업이 제대로 됐는지 자동 점검</a:t>
            </a:r>
          </a:p>
        </p:txBody>
      </p:sp>
      <p:sp>
        <p:nvSpPr>
          <p:cNvPr id="120" name="kpi-card"/>
          <p:cNvSpPr/>
          <p:nvPr/>
        </p:nvSpPr>
        <p:spPr>
          <a:xfrm>
            <a:off x="9079992" y="2103120"/>
            <a:ext cx="2560321" cy="3566160"/>
          </a:xfrm>
          <a:prstGeom prst="roundRect">
            <a:avLst>
              <a:gd name="adj" fmla="val 4286"/>
            </a:avLst>
          </a:prstGeom>
          <a:solidFill>
            <a:srgbClr val="F5F5F7"/>
          </a:solidFill>
          <a:ln w="12700">
            <a:miter lim="400000"/>
          </a:ln>
        </p:spPr>
        <p:txBody>
          <a:bodyPr lIns="45719" rIns="45719"/>
          <a:lstStyle/>
          <a:p>
            <a:pPr/>
          </a:p>
        </p:txBody>
      </p:sp>
      <p:sp>
        <p:nvSpPr>
          <p:cNvPr id="121" name="Text 17"/>
          <p:cNvSpPr txBox="1"/>
          <p:nvPr/>
        </p:nvSpPr>
        <p:spPr>
          <a:xfrm>
            <a:off x="9354311" y="2683510"/>
            <a:ext cx="2103122" cy="850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5600">
                <a:solidFill>
                  <a:schemeClr val="accent4"/>
                </a:solidFill>
                <a:latin typeface="Pretendard Bold"/>
                <a:ea typeface="Pretendard Bold"/>
                <a:cs typeface="Pretendard Bold"/>
                <a:sym typeface="Pretendard Bold"/>
              </a:defRPr>
            </a:pPr>
            <a:r>
              <a:t>2</a:t>
            </a:r>
            <a:r>
              <a:rPr b="1" sz="1600">
                <a:solidFill>
                  <a:srgbClr val="6E6E73"/>
                </a:solidFill>
                <a:latin typeface="+mn-lt"/>
                <a:ea typeface="+mn-ea"/>
                <a:cs typeface="+mn-cs"/>
                <a:sym typeface="Helvetica"/>
              </a:rPr>
              <a:t>  명</a:t>
            </a:r>
          </a:p>
        </p:txBody>
      </p:sp>
      <p:sp>
        <p:nvSpPr>
          <p:cNvPr id="122" name="Text 18"/>
          <p:cNvSpPr txBox="1"/>
          <p:nvPr/>
        </p:nvSpPr>
        <p:spPr>
          <a:xfrm>
            <a:off x="9354311" y="3931920"/>
            <a:ext cx="2057401" cy="25552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셋업만 남은 팀원</a:t>
            </a:r>
          </a:p>
        </p:txBody>
      </p:sp>
      <p:sp>
        <p:nvSpPr>
          <p:cNvPr id="123" name="Text 19"/>
          <p:cNvSpPr txBox="1"/>
          <p:nvPr/>
        </p:nvSpPr>
        <p:spPr>
          <a:xfrm>
            <a:off x="9354311" y="4434840"/>
            <a:ext cx="20574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6E6E73"/>
                </a:solidFill>
              </a:defRPr>
            </a:pPr>
            <a:r>
              <a:rPr>
                <a:latin typeface="+mn-lt"/>
                <a:ea typeface="+mn-ea"/>
                <a:cs typeface="+mn-cs"/>
                <a:sym typeface="Helvetica"/>
              </a:rPr>
              <a:t>각 </a:t>
            </a:r>
            <a:r>
              <a:t>30~45</a:t>
            </a:r>
            <a:r>
              <a:rPr>
                <a:latin typeface="+mn-lt"/>
                <a:ea typeface="+mn-ea"/>
                <a:cs typeface="+mn-cs"/>
                <a:sym typeface="Helvetica"/>
              </a:rPr>
              <a:t>분</a:t>
            </a:r>
          </a:p>
        </p:txBody>
      </p:sp>
      <p:sp>
        <p:nvSpPr>
          <p:cNvPr id="124" name="Slide Number Placeholder 0"/>
          <p:cNvSpPr txBox="1"/>
          <p:nvPr>
            <p:ph type="sldNum" sz="quarter" idx="4294967295"/>
          </p:nvPr>
        </p:nvSpPr>
        <p:spPr>
          <a:xfrm>
            <a:off x="11465627" y="6355079"/>
            <a:ext cx="174685"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125" name="이 결과의 근거   녹화 영상 100개  ·  영상 판독 판정 138건  ·  정의된 CdBd 기능 71개 (10개 영역 · 전부 영상으로 확인 · 그중 20개는 세부 일부 미확인)"/>
          <p:cNvSpPr txBox="1"/>
          <p:nvPr/>
        </p:nvSpPr>
        <p:spPr>
          <a:xfrm>
            <a:off x="546100" y="5791200"/>
            <a:ext cx="11099800" cy="26438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r>
              <a:rPr b="1" sz="1050">
                <a:solidFill>
                  <a:srgbClr val="806AFF"/>
                </a:solidFill>
                <a:latin typeface="+mn-lt"/>
                <a:ea typeface="+mn-ea"/>
                <a:cs typeface="+mn-cs"/>
                <a:sym typeface="Helvetica"/>
              </a:rPr>
              <a:t>이</a:t>
            </a:r>
            <a:r>
              <a:rPr sz="1050">
                <a:solidFill>
                  <a:srgbClr val="806AFF"/>
                </a:solidFill>
                <a:latin typeface="Pretendard Bold"/>
                <a:ea typeface="Pretendard Bold"/>
                <a:cs typeface="Pretendard Bold"/>
                <a:sym typeface="Pretendard Bold"/>
              </a:rPr>
              <a:t> </a:t>
            </a:r>
            <a:r>
              <a:rPr b="1" sz="1050">
                <a:solidFill>
                  <a:srgbClr val="806AFF"/>
                </a:solidFill>
                <a:latin typeface="+mn-lt"/>
                <a:ea typeface="+mn-ea"/>
                <a:cs typeface="+mn-cs"/>
                <a:sym typeface="Helvetica"/>
              </a:rPr>
              <a:t>결과의</a:t>
            </a:r>
            <a:r>
              <a:rPr sz="1050">
                <a:solidFill>
                  <a:srgbClr val="806AFF"/>
                </a:solidFill>
                <a:latin typeface="Pretendard Bold"/>
                <a:ea typeface="Pretendard Bold"/>
                <a:cs typeface="Pretendard Bold"/>
                <a:sym typeface="Pretendard Bold"/>
              </a:rPr>
              <a:t> </a:t>
            </a:r>
            <a:r>
              <a:rPr b="1" sz="1050">
                <a:solidFill>
                  <a:srgbClr val="806AFF"/>
                </a:solidFill>
                <a:latin typeface="+mn-lt"/>
                <a:ea typeface="+mn-ea"/>
                <a:cs typeface="+mn-cs"/>
                <a:sym typeface="Helvetica"/>
              </a:rPr>
              <a:t>근거</a:t>
            </a:r>
            <a:r>
              <a:rPr sz="1050">
                <a:solidFill>
                  <a:srgbClr val="6E6E73"/>
                </a:solidFill>
              </a:rPr>
              <a:t>   </a:t>
            </a:r>
            <a:r>
              <a:rPr sz="1050">
                <a:solidFill>
                  <a:srgbClr val="6E6E73"/>
                </a:solidFill>
                <a:latin typeface="+mn-lt"/>
                <a:ea typeface="+mn-ea"/>
                <a:cs typeface="+mn-cs"/>
                <a:sym typeface="Helvetica"/>
              </a:rPr>
              <a:t>녹화</a:t>
            </a:r>
            <a:r>
              <a:rPr sz="1050">
                <a:solidFill>
                  <a:srgbClr val="6E6E73"/>
                </a:solidFill>
              </a:rPr>
              <a:t> </a:t>
            </a:r>
            <a:r>
              <a:rPr sz="1050">
                <a:solidFill>
                  <a:srgbClr val="6E6E73"/>
                </a:solidFill>
                <a:latin typeface="+mn-lt"/>
                <a:ea typeface="+mn-ea"/>
                <a:cs typeface="+mn-cs"/>
                <a:sym typeface="Helvetica"/>
              </a:rPr>
              <a:t>영상</a:t>
            </a:r>
            <a:r>
              <a:rPr sz="1050">
                <a:solidFill>
                  <a:srgbClr val="6E6E73"/>
                </a:solidFill>
              </a:rPr>
              <a:t> </a:t>
            </a:r>
            <a:r>
              <a:rPr sz="1050">
                <a:latin typeface="Pretendard Bold"/>
                <a:ea typeface="Pretendard Bold"/>
                <a:cs typeface="Pretendard Bold"/>
                <a:sym typeface="Pretendard Bold"/>
              </a:rPr>
              <a:t>100</a:t>
            </a:r>
            <a:r>
              <a:rPr b="1" sz="1050">
                <a:latin typeface="+mn-lt"/>
                <a:ea typeface="+mn-ea"/>
                <a:cs typeface="+mn-cs"/>
                <a:sym typeface="Helvetica"/>
              </a:rPr>
              <a:t>개</a:t>
            </a:r>
            <a:r>
              <a:rPr sz="1050">
                <a:solidFill>
                  <a:srgbClr val="6E6E73"/>
                </a:solidFill>
              </a:rPr>
              <a:t>  ·  </a:t>
            </a:r>
            <a:r>
              <a:rPr sz="1050">
                <a:solidFill>
                  <a:srgbClr val="6E6E73"/>
                </a:solidFill>
                <a:latin typeface="+mn-lt"/>
                <a:ea typeface="+mn-ea"/>
                <a:cs typeface="+mn-cs"/>
                <a:sym typeface="Helvetica"/>
              </a:rPr>
              <a:t>영상</a:t>
            </a:r>
            <a:r>
              <a:rPr sz="1050">
                <a:solidFill>
                  <a:srgbClr val="6E6E73"/>
                </a:solidFill>
              </a:rPr>
              <a:t> </a:t>
            </a:r>
            <a:r>
              <a:rPr sz="1050">
                <a:solidFill>
                  <a:srgbClr val="6E6E73"/>
                </a:solidFill>
                <a:latin typeface="+mn-lt"/>
                <a:ea typeface="+mn-ea"/>
                <a:cs typeface="+mn-cs"/>
                <a:sym typeface="Helvetica"/>
              </a:rPr>
              <a:t>판독</a:t>
            </a:r>
            <a:r>
              <a:rPr sz="1050">
                <a:solidFill>
                  <a:srgbClr val="6E6E73"/>
                </a:solidFill>
              </a:rPr>
              <a:t> </a:t>
            </a:r>
            <a:r>
              <a:rPr sz="1050">
                <a:solidFill>
                  <a:srgbClr val="6E6E73"/>
                </a:solidFill>
                <a:latin typeface="+mn-lt"/>
                <a:ea typeface="+mn-ea"/>
                <a:cs typeface="+mn-cs"/>
                <a:sym typeface="Helvetica"/>
              </a:rPr>
              <a:t>판정</a:t>
            </a:r>
            <a:r>
              <a:rPr sz="1050">
                <a:solidFill>
                  <a:srgbClr val="6E6E73"/>
                </a:solidFill>
              </a:rPr>
              <a:t> </a:t>
            </a:r>
            <a:r>
              <a:rPr sz="1050">
                <a:latin typeface="Pretendard Bold"/>
                <a:ea typeface="Pretendard Bold"/>
                <a:cs typeface="Pretendard Bold"/>
                <a:sym typeface="Pretendard Bold"/>
              </a:rPr>
              <a:t>138</a:t>
            </a:r>
            <a:r>
              <a:rPr b="1" sz="1050">
                <a:latin typeface="+mn-lt"/>
                <a:ea typeface="+mn-ea"/>
                <a:cs typeface="+mn-cs"/>
                <a:sym typeface="Helvetica"/>
              </a:rPr>
              <a:t>건</a:t>
            </a:r>
            <a:r>
              <a:rPr sz="1050">
                <a:solidFill>
                  <a:srgbClr val="6E6E73"/>
                </a:solidFill>
              </a:rPr>
              <a:t>  ·  </a:t>
            </a:r>
            <a:r>
              <a:rPr sz="1050">
                <a:solidFill>
                  <a:srgbClr val="6E6E73"/>
                </a:solidFill>
                <a:latin typeface="+mn-lt"/>
                <a:ea typeface="+mn-ea"/>
                <a:cs typeface="+mn-cs"/>
                <a:sym typeface="Helvetica"/>
              </a:rPr>
              <a:t>정의된</a:t>
            </a:r>
            <a:r>
              <a:rPr sz="1050">
                <a:solidFill>
                  <a:srgbClr val="6E6E73"/>
                </a:solidFill>
              </a:rPr>
              <a:t> CdBd </a:t>
            </a:r>
            <a:r>
              <a:rPr sz="1050">
                <a:solidFill>
                  <a:srgbClr val="6E6E73"/>
                </a:solidFill>
                <a:latin typeface="+mn-lt"/>
                <a:ea typeface="+mn-ea"/>
                <a:cs typeface="+mn-cs"/>
                <a:sym typeface="Helvetica"/>
              </a:rPr>
              <a:t>기능</a:t>
            </a:r>
            <a:r>
              <a:rPr sz="1050">
                <a:solidFill>
                  <a:srgbClr val="6E6E73"/>
                </a:solidFill>
              </a:rPr>
              <a:t> </a:t>
            </a:r>
            <a:r>
              <a:rPr sz="1050">
                <a:latin typeface="Pretendard Bold"/>
                <a:ea typeface="Pretendard Bold"/>
                <a:cs typeface="Pretendard Bold"/>
                <a:sym typeface="Pretendard Bold"/>
              </a:rPr>
              <a:t>71</a:t>
            </a:r>
            <a:r>
              <a:rPr b="1" sz="1050">
                <a:latin typeface="+mn-lt"/>
                <a:ea typeface="+mn-ea"/>
                <a:cs typeface="+mn-cs"/>
                <a:sym typeface="Helvetica"/>
              </a:rPr>
              <a:t>개</a:t>
            </a:r>
            <a:r>
              <a:rPr sz="1050">
                <a:solidFill>
                  <a:srgbClr val="6E6E73"/>
                </a:solidFill>
              </a:rPr>
              <a:t> (10</a:t>
            </a:r>
            <a:r>
              <a:rPr sz="1050">
                <a:solidFill>
                  <a:srgbClr val="6E6E73"/>
                </a:solidFill>
                <a:latin typeface="+mn-lt"/>
                <a:ea typeface="+mn-ea"/>
                <a:cs typeface="+mn-cs"/>
                <a:sym typeface="Helvetica"/>
              </a:rPr>
              <a:t>개</a:t>
            </a:r>
            <a:r>
              <a:rPr sz="1050">
                <a:solidFill>
                  <a:srgbClr val="6E6E73"/>
                </a:solidFill>
              </a:rPr>
              <a:t> </a:t>
            </a:r>
            <a:r>
              <a:rPr sz="1050">
                <a:solidFill>
                  <a:srgbClr val="6E6E73"/>
                </a:solidFill>
                <a:latin typeface="+mn-lt"/>
                <a:ea typeface="+mn-ea"/>
                <a:cs typeface="+mn-cs"/>
                <a:sym typeface="Helvetica"/>
              </a:rPr>
              <a:t>영역</a:t>
            </a:r>
            <a:r>
              <a:rPr sz="1050">
                <a:solidFill>
                  <a:srgbClr val="6E6E73"/>
                </a:solidFill>
              </a:rPr>
              <a:t> · </a:t>
            </a:r>
            <a:r>
              <a:rPr sz="1050">
                <a:solidFill>
                  <a:srgbClr val="6E6E73"/>
                </a:solidFill>
                <a:latin typeface="+mn-lt"/>
                <a:ea typeface="+mn-ea"/>
                <a:cs typeface="+mn-cs"/>
                <a:sym typeface="Helvetica"/>
              </a:rPr>
              <a:t>전부</a:t>
            </a:r>
            <a:r>
              <a:rPr sz="1050">
                <a:solidFill>
                  <a:srgbClr val="6E6E73"/>
                </a:solidFill>
              </a:rPr>
              <a:t> </a:t>
            </a:r>
            <a:r>
              <a:rPr sz="1050">
                <a:solidFill>
                  <a:srgbClr val="6E6E73"/>
                </a:solidFill>
                <a:latin typeface="+mn-lt"/>
                <a:ea typeface="+mn-ea"/>
                <a:cs typeface="+mn-cs"/>
                <a:sym typeface="Helvetica"/>
              </a:rPr>
              <a:t>영상으로</a:t>
            </a:r>
            <a:r>
              <a:rPr sz="1050">
                <a:solidFill>
                  <a:srgbClr val="6E6E73"/>
                </a:solidFill>
              </a:rPr>
              <a:t> </a:t>
            </a:r>
            <a:r>
              <a:rPr sz="1050">
                <a:solidFill>
                  <a:srgbClr val="6E6E73"/>
                </a:solidFill>
                <a:latin typeface="+mn-lt"/>
                <a:ea typeface="+mn-ea"/>
                <a:cs typeface="+mn-cs"/>
                <a:sym typeface="Helvetica"/>
              </a:rPr>
              <a:t>확인</a:t>
            </a:r>
            <a:r>
              <a:rPr sz="1050">
                <a:solidFill>
                  <a:srgbClr val="6E6E73"/>
                </a:solidFill>
              </a:rPr>
              <a:t> · </a:t>
            </a:r>
            <a:r>
              <a:rPr sz="1050">
                <a:solidFill>
                  <a:srgbClr val="6E6E73"/>
                </a:solidFill>
                <a:latin typeface="+mn-lt"/>
                <a:ea typeface="+mn-ea"/>
                <a:cs typeface="+mn-cs"/>
                <a:sym typeface="Helvetica"/>
              </a:rPr>
              <a:t>그중</a:t>
            </a:r>
            <a:r>
              <a:rPr sz="1050">
                <a:solidFill>
                  <a:srgbClr val="6E6E73"/>
                </a:solidFill>
              </a:rPr>
              <a:t> </a:t>
            </a:r>
            <a:r>
              <a:rPr sz="1050">
                <a:latin typeface="Pretendard Bold"/>
                <a:ea typeface="Pretendard Bold"/>
                <a:cs typeface="Pretendard Bold"/>
                <a:sym typeface="Pretendard Bold"/>
              </a:rPr>
              <a:t>20</a:t>
            </a:r>
            <a:r>
              <a:rPr b="1" sz="1050">
                <a:latin typeface="+mn-lt"/>
                <a:ea typeface="+mn-ea"/>
                <a:cs typeface="+mn-cs"/>
                <a:sym typeface="Helvetica"/>
              </a:rPr>
              <a:t>개</a:t>
            </a:r>
            <a:r>
              <a:rPr sz="1050">
                <a:solidFill>
                  <a:srgbClr val="6E6E73"/>
                </a:solidFill>
                <a:latin typeface="+mn-lt"/>
                <a:ea typeface="+mn-ea"/>
                <a:cs typeface="+mn-cs"/>
                <a:sym typeface="Helvetica"/>
              </a:rPr>
              <a:t>는</a:t>
            </a:r>
            <a:r>
              <a:rPr sz="1050">
                <a:solidFill>
                  <a:srgbClr val="6E6E73"/>
                </a:solidFill>
              </a:rPr>
              <a:t> </a:t>
            </a:r>
            <a:r>
              <a:rPr sz="1050">
                <a:solidFill>
                  <a:srgbClr val="6E6E73"/>
                </a:solidFill>
                <a:latin typeface="+mn-lt"/>
                <a:ea typeface="+mn-ea"/>
                <a:cs typeface="+mn-cs"/>
                <a:sym typeface="Helvetica"/>
              </a:rPr>
              <a:t>세부</a:t>
            </a:r>
            <a:r>
              <a:rPr sz="1050">
                <a:solidFill>
                  <a:srgbClr val="6E6E73"/>
                </a:solidFill>
              </a:rPr>
              <a:t> </a:t>
            </a:r>
            <a:r>
              <a:rPr sz="1050">
                <a:solidFill>
                  <a:srgbClr val="6E6E73"/>
                </a:solidFill>
                <a:latin typeface="+mn-lt"/>
                <a:ea typeface="+mn-ea"/>
                <a:cs typeface="+mn-cs"/>
                <a:sym typeface="Helvetica"/>
              </a:rPr>
              <a:t>일부</a:t>
            </a:r>
            <a:r>
              <a:rPr sz="1050">
                <a:solidFill>
                  <a:srgbClr val="6E6E73"/>
                </a:solidFill>
              </a:rPr>
              <a:t> </a:t>
            </a:r>
            <a:r>
              <a:rPr sz="1050">
                <a:solidFill>
                  <a:srgbClr val="6E6E73"/>
                </a:solidFill>
                <a:latin typeface="+mn-lt"/>
                <a:ea typeface="+mn-ea"/>
                <a:cs typeface="+mn-cs"/>
                <a:sym typeface="Helvetica"/>
              </a:rPr>
              <a:t>미확인</a:t>
            </a:r>
            <a:r>
              <a:rPr sz="1050">
                <a:solidFill>
                  <a:srgbClr val="6E6E73"/>
                </a:solidFill>
              </a:rPr>
              <a:t>)</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9" name="Text 1"/>
          <p:cNvSpPr txBox="1"/>
          <p:nvPr>
            <p:ph type="body" sz="quarter" idx="1"/>
          </p:nvPr>
        </p:nvSpPr>
        <p:spPr>
          <a:prstGeom prst="rect">
            <a:avLst/>
          </a:prstGeom>
        </p:spPr>
        <p:txBody>
          <a:bodyPr lIns="0" tIns="0" rIns="0" bIns="0"/>
          <a:lstStyle/>
          <a:p>
            <a:pPr/>
            <a:r>
              <a:t>PART 1 · </a:t>
            </a:r>
            <a:r>
              <a:rPr b="1">
                <a:latin typeface="+mn-lt"/>
                <a:ea typeface="+mn-ea"/>
                <a:cs typeface="+mn-cs"/>
                <a:sym typeface="Helvetica"/>
              </a:rPr>
              <a:t>결과 보고</a:t>
            </a:r>
          </a:p>
        </p:txBody>
      </p:sp>
      <p:sp>
        <p:nvSpPr>
          <p:cNvPr id="130"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02  </a:t>
            </a:r>
            <a:r>
              <a:rPr>
                <a:latin typeface="+mn-lt"/>
                <a:ea typeface="+mn-ea"/>
                <a:cs typeface="+mn-cs"/>
                <a:sym typeface="Helvetica"/>
              </a:rPr>
              <a:t>무엇이 달라졌나</a:t>
            </a:r>
          </a:p>
        </p:txBody>
      </p:sp>
      <p:sp>
        <p:nvSpPr>
          <p:cNvPr id="131" name="Text 1"/>
          <p:cNvSpPr txBox="1"/>
          <p:nvPr>
            <p:ph type="title"/>
          </p:nvPr>
        </p:nvSpPr>
        <p:spPr>
          <a:xfrm>
            <a:off x="548640" y="676655"/>
            <a:ext cx="11091672" cy="658369"/>
          </a:xfrm>
          <a:prstGeom prst="rect">
            <a:avLst/>
          </a:prstGeom>
        </p:spPr>
        <p:txBody>
          <a:bodyPr lIns="0" tIns="0" rIns="0" bIns="0" anchor="ctr"/>
          <a:lstStyle/>
          <a:p>
            <a:pPr/>
            <a:r>
              <a:rPr b="1">
                <a:latin typeface="+mn-lt"/>
                <a:ea typeface="+mn-ea"/>
                <a:cs typeface="+mn-cs"/>
                <a:sym typeface="Helvetica"/>
              </a:rPr>
              <a:t>전에는 이랬고</a:t>
            </a:r>
            <a:r>
              <a:t>, </a:t>
            </a:r>
            <a:r>
              <a:rPr b="1">
                <a:latin typeface="+mn-lt"/>
                <a:ea typeface="+mn-ea"/>
                <a:cs typeface="+mn-cs"/>
                <a:sym typeface="Helvetica"/>
              </a:rPr>
              <a:t>지금은 이렇습니다</a:t>
            </a:r>
          </a:p>
        </p:txBody>
      </p:sp>
      <p:sp>
        <p:nvSpPr>
          <p:cNvPr id="132"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어려운 말 없이 </a:t>
            </a:r>
            <a:r>
              <a:t>— </a:t>
            </a:r>
            <a:r>
              <a:rPr>
                <a:latin typeface="+mn-lt"/>
                <a:ea typeface="+mn-ea"/>
                <a:cs typeface="+mn-cs"/>
                <a:sym typeface="Helvetica"/>
              </a:rPr>
              <a:t>팀원 입장에서 체감되는 변화 네 가지</a:t>
            </a:r>
            <a:r>
              <a:t>.</a:t>
            </a:r>
          </a:p>
        </p:txBody>
      </p:sp>
      <p:sp>
        <p:nvSpPr>
          <p:cNvPr id="133" name="Text 4"/>
          <p:cNvSpPr txBox="1"/>
          <p:nvPr/>
        </p:nvSpPr>
        <p:spPr>
          <a:xfrm>
            <a:off x="3794759" y="1916430"/>
            <a:ext cx="329184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6E6E73"/>
                </a:solidFill>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전에는</a:t>
            </a:r>
          </a:p>
        </p:txBody>
      </p:sp>
      <p:sp>
        <p:nvSpPr>
          <p:cNvPr id="134" name="Text 5"/>
          <p:cNvSpPr txBox="1"/>
          <p:nvPr/>
        </p:nvSpPr>
        <p:spPr>
          <a:xfrm>
            <a:off x="7452359" y="1916430"/>
            <a:ext cx="4023360"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chemeClr val="accent1"/>
                </a:solidFill>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지금은</a:t>
            </a:r>
          </a:p>
        </p:txBody>
      </p:sp>
      <p:sp>
        <p:nvSpPr>
          <p:cNvPr id="135" name="ba-row"/>
          <p:cNvSpPr/>
          <p:nvPr/>
        </p:nvSpPr>
        <p:spPr>
          <a:xfrm>
            <a:off x="548640" y="2240279"/>
            <a:ext cx="11091672" cy="868681"/>
          </a:xfrm>
          <a:prstGeom prst="roundRect">
            <a:avLst>
              <a:gd name="adj" fmla="val 12632"/>
            </a:avLst>
          </a:prstGeom>
          <a:solidFill>
            <a:srgbClr val="F5F5F7"/>
          </a:solidFill>
          <a:ln w="12700">
            <a:miter lim="400000"/>
          </a:ln>
        </p:spPr>
        <p:txBody>
          <a:bodyPr lIns="45719" rIns="45719"/>
          <a:lstStyle/>
          <a:p>
            <a:pPr/>
          </a:p>
        </p:txBody>
      </p:sp>
      <p:sp>
        <p:nvSpPr>
          <p:cNvPr id="136" name="ba-circle"/>
          <p:cNvSpPr/>
          <p:nvPr/>
        </p:nvSpPr>
        <p:spPr>
          <a:xfrm>
            <a:off x="731519" y="2395727"/>
            <a:ext cx="566929" cy="566929"/>
          </a:xfrm>
          <a:prstGeom prst="ellipse">
            <a:avLst/>
          </a:prstGeom>
          <a:solidFill>
            <a:schemeClr val="accent2"/>
          </a:solidFill>
          <a:ln w="12700">
            <a:miter lim="400000"/>
          </a:ln>
        </p:spPr>
        <p:txBody>
          <a:bodyPr lIns="45719" rIns="45719"/>
          <a:lstStyle/>
          <a:p>
            <a:pPr/>
          </a:p>
        </p:txBody>
      </p:sp>
      <p:pic>
        <p:nvPicPr>
          <p:cNvPr id="137" name="ba-icon" descr="ba-icon"/>
          <p:cNvPicPr>
            <a:picLocks noChangeAspect="1"/>
          </p:cNvPicPr>
          <p:nvPr/>
        </p:nvPicPr>
        <p:blipFill>
          <a:blip r:embed="rId3">
            <a:extLst/>
          </a:blip>
          <a:stretch>
            <a:fillRect/>
          </a:stretch>
        </p:blipFill>
        <p:spPr>
          <a:xfrm>
            <a:off x="873252" y="2537460"/>
            <a:ext cx="283465" cy="283465"/>
          </a:xfrm>
          <a:prstGeom prst="rect">
            <a:avLst/>
          </a:prstGeom>
          <a:ln w="12700">
            <a:miter lim="400000"/>
          </a:ln>
        </p:spPr>
      </p:pic>
      <p:sp>
        <p:nvSpPr>
          <p:cNvPr id="138" name="Text 8"/>
          <p:cNvSpPr txBox="1"/>
          <p:nvPr/>
        </p:nvSpPr>
        <p:spPr>
          <a:xfrm>
            <a:off x="1463039" y="2560445"/>
            <a:ext cx="2194561" cy="22835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400">
                <a:latin typeface="Pretendard Bold"/>
                <a:ea typeface="Pretendard Bold"/>
                <a:cs typeface="Pretendard Bold"/>
                <a:sym typeface="Pretendard Bold"/>
              </a:defRPr>
            </a:pPr>
            <a:r>
              <a:t>CdBd </a:t>
            </a:r>
            <a:r>
              <a:rPr b="1">
                <a:latin typeface="+mn-lt"/>
                <a:ea typeface="+mn-ea"/>
                <a:cs typeface="+mn-cs"/>
                <a:sym typeface="Helvetica"/>
              </a:rPr>
              <a:t>기능을 물으면</a:t>
            </a:r>
          </a:p>
        </p:txBody>
      </p:sp>
      <p:sp>
        <p:nvSpPr>
          <p:cNvPr id="139" name="Text 9"/>
          <p:cNvSpPr txBox="1"/>
          <p:nvPr/>
        </p:nvSpPr>
        <p:spPr>
          <a:xfrm>
            <a:off x="3794759" y="2579369"/>
            <a:ext cx="329184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옛 문서나 기억으로 답해서 틀릴 때가 있었다</a:t>
            </a:r>
          </a:p>
        </p:txBody>
      </p:sp>
      <p:sp>
        <p:nvSpPr>
          <p:cNvPr id="140" name="Text 10"/>
          <p:cNvSpPr txBox="1"/>
          <p:nvPr/>
        </p:nvSpPr>
        <p:spPr>
          <a:xfrm>
            <a:off x="7086600" y="2553969"/>
            <a:ext cx="365761"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600">
                <a:solidFill>
                  <a:schemeClr val="accent1"/>
                </a:solidFill>
                <a:latin typeface="Pretendard Bold"/>
                <a:ea typeface="Pretendard Bold"/>
                <a:cs typeface="Pretendard Bold"/>
                <a:sym typeface="Pretendard Bold"/>
              </a:defRPr>
            </a:lvl1pPr>
          </a:lstStyle>
          <a:p>
            <a:pPr/>
            <a:r>
              <a:t>→</a:t>
            </a:r>
          </a:p>
        </p:txBody>
      </p:sp>
      <p:sp>
        <p:nvSpPr>
          <p:cNvPr id="141" name="Text 11"/>
          <p:cNvSpPr txBox="1"/>
          <p:nvPr/>
        </p:nvSpPr>
        <p:spPr>
          <a:xfrm>
            <a:off x="7452359" y="2579369"/>
            <a:ext cx="4023360"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실제 화면을 녹화해 확인한 「기능 사전」을 찾아보고 답한다</a:t>
            </a:r>
          </a:p>
        </p:txBody>
      </p:sp>
      <p:sp>
        <p:nvSpPr>
          <p:cNvPr id="142" name="ba-row"/>
          <p:cNvSpPr/>
          <p:nvPr/>
        </p:nvSpPr>
        <p:spPr>
          <a:xfrm>
            <a:off x="548640" y="3236976"/>
            <a:ext cx="11091672" cy="868681"/>
          </a:xfrm>
          <a:prstGeom prst="roundRect">
            <a:avLst>
              <a:gd name="adj" fmla="val 12632"/>
            </a:avLst>
          </a:prstGeom>
          <a:solidFill>
            <a:srgbClr val="F5F5F7"/>
          </a:solidFill>
          <a:ln w="12700">
            <a:miter lim="400000"/>
          </a:ln>
        </p:spPr>
        <p:txBody>
          <a:bodyPr lIns="45719" rIns="45719"/>
          <a:lstStyle/>
          <a:p>
            <a:pPr/>
          </a:p>
        </p:txBody>
      </p:sp>
      <p:sp>
        <p:nvSpPr>
          <p:cNvPr id="143" name="ba-circle"/>
          <p:cNvSpPr/>
          <p:nvPr/>
        </p:nvSpPr>
        <p:spPr>
          <a:xfrm>
            <a:off x="731519" y="3392423"/>
            <a:ext cx="566929" cy="566929"/>
          </a:xfrm>
          <a:prstGeom prst="ellipse">
            <a:avLst/>
          </a:prstGeom>
          <a:solidFill>
            <a:schemeClr val="accent2"/>
          </a:solidFill>
          <a:ln w="12700">
            <a:miter lim="400000"/>
          </a:ln>
        </p:spPr>
        <p:txBody>
          <a:bodyPr lIns="45719" rIns="45719"/>
          <a:lstStyle/>
          <a:p>
            <a:pPr/>
          </a:p>
        </p:txBody>
      </p:sp>
      <p:pic>
        <p:nvPicPr>
          <p:cNvPr id="144" name="ba-icon" descr="ba-icon"/>
          <p:cNvPicPr>
            <a:picLocks noChangeAspect="1"/>
          </p:cNvPicPr>
          <p:nvPr/>
        </p:nvPicPr>
        <p:blipFill>
          <a:blip r:embed="rId4">
            <a:extLst/>
          </a:blip>
          <a:stretch>
            <a:fillRect/>
          </a:stretch>
        </p:blipFill>
        <p:spPr>
          <a:xfrm>
            <a:off x="873252" y="3534155"/>
            <a:ext cx="283465" cy="283465"/>
          </a:xfrm>
          <a:prstGeom prst="rect">
            <a:avLst/>
          </a:prstGeom>
          <a:ln w="12700">
            <a:miter lim="400000"/>
          </a:ln>
        </p:spPr>
      </p:pic>
      <p:sp>
        <p:nvSpPr>
          <p:cNvPr id="145" name="Text 14"/>
          <p:cNvSpPr txBox="1"/>
          <p:nvPr/>
        </p:nvSpPr>
        <p:spPr>
          <a:xfrm>
            <a:off x="1463039" y="3557141"/>
            <a:ext cx="2194561" cy="22835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애매한 부탁을 하면</a:t>
            </a:r>
          </a:p>
        </p:txBody>
      </p:sp>
      <p:sp>
        <p:nvSpPr>
          <p:cNvPr id="146" name="Text 15"/>
          <p:cNvSpPr txBox="1"/>
          <p:nvPr/>
        </p:nvSpPr>
        <p:spPr>
          <a:xfrm>
            <a:off x="3794759" y="3576066"/>
            <a:ext cx="329184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solidFill>
                  <a:srgbClr val="6E6E73"/>
                </a:solidFill>
              </a:defRPr>
            </a:pPr>
            <a:r>
              <a:rPr>
                <a:latin typeface="+mn-lt"/>
                <a:ea typeface="+mn-ea"/>
                <a:cs typeface="+mn-cs"/>
                <a:sym typeface="Helvetica"/>
              </a:rPr>
              <a:t>넘겨짚거나</a:t>
            </a:r>
            <a:r>
              <a:t>, </a:t>
            </a:r>
            <a:r>
              <a:rPr>
                <a:latin typeface="+mn-lt"/>
                <a:ea typeface="+mn-ea"/>
                <a:cs typeface="+mn-cs"/>
                <a:sym typeface="Helvetica"/>
              </a:rPr>
              <a:t>뻔한 질문에도 되물었다</a:t>
            </a:r>
          </a:p>
        </p:txBody>
      </p:sp>
      <p:sp>
        <p:nvSpPr>
          <p:cNvPr id="147" name="Text 16"/>
          <p:cNvSpPr txBox="1"/>
          <p:nvPr/>
        </p:nvSpPr>
        <p:spPr>
          <a:xfrm>
            <a:off x="7086600" y="3550666"/>
            <a:ext cx="365761"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600">
                <a:solidFill>
                  <a:schemeClr val="accent1"/>
                </a:solidFill>
                <a:latin typeface="Pretendard Bold"/>
                <a:ea typeface="Pretendard Bold"/>
                <a:cs typeface="Pretendard Bold"/>
                <a:sym typeface="Pretendard Bold"/>
              </a:defRPr>
            </a:lvl1pPr>
          </a:lstStyle>
          <a:p>
            <a:pPr/>
            <a:r>
              <a:t>→</a:t>
            </a:r>
          </a:p>
        </p:txBody>
      </p:sp>
      <p:sp>
        <p:nvSpPr>
          <p:cNvPr id="148" name="Text 17"/>
          <p:cNvSpPr txBox="1"/>
          <p:nvPr/>
        </p:nvSpPr>
        <p:spPr>
          <a:xfrm>
            <a:off x="7452359" y="3480816"/>
            <a:ext cx="4023360"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rPr b="1">
                <a:latin typeface="+mn-lt"/>
                <a:ea typeface="+mn-ea"/>
                <a:cs typeface="+mn-cs"/>
                <a:sym typeface="Helvetica"/>
              </a:rPr>
              <a:t>헷갈릴 때만 한 번 묻고</a:t>
            </a:r>
            <a:r>
              <a:t>, </a:t>
            </a:r>
            <a:r>
              <a:rPr b="1">
                <a:latin typeface="+mn-lt"/>
                <a:ea typeface="+mn-ea"/>
                <a:cs typeface="+mn-cs"/>
                <a:sym typeface="Helvetica"/>
              </a:rPr>
              <a:t>분명하면 바로 답한다 </a:t>
            </a:r>
            <a:r>
              <a:t>— </a:t>
            </a:r>
            <a:r>
              <a:rPr b="1">
                <a:latin typeface="+mn-lt"/>
                <a:ea typeface="+mn-ea"/>
                <a:cs typeface="+mn-cs"/>
                <a:sym typeface="Helvetica"/>
              </a:rPr>
              <a:t>잘못 알고 있으면 첫 문장에서 바로잡아 준다</a:t>
            </a:r>
          </a:p>
        </p:txBody>
      </p:sp>
      <p:sp>
        <p:nvSpPr>
          <p:cNvPr id="149" name="ba-row"/>
          <p:cNvSpPr/>
          <p:nvPr/>
        </p:nvSpPr>
        <p:spPr>
          <a:xfrm>
            <a:off x="548640" y="4233671"/>
            <a:ext cx="11091672" cy="868681"/>
          </a:xfrm>
          <a:prstGeom prst="roundRect">
            <a:avLst>
              <a:gd name="adj" fmla="val 12632"/>
            </a:avLst>
          </a:prstGeom>
          <a:solidFill>
            <a:srgbClr val="F5F5F7"/>
          </a:solidFill>
          <a:ln w="12700">
            <a:miter lim="400000"/>
          </a:ln>
        </p:spPr>
        <p:txBody>
          <a:bodyPr lIns="45719" rIns="45719"/>
          <a:lstStyle/>
          <a:p>
            <a:pPr/>
          </a:p>
        </p:txBody>
      </p:sp>
      <p:sp>
        <p:nvSpPr>
          <p:cNvPr id="150" name="ba-circle"/>
          <p:cNvSpPr/>
          <p:nvPr/>
        </p:nvSpPr>
        <p:spPr>
          <a:xfrm>
            <a:off x="731519" y="4389120"/>
            <a:ext cx="566929" cy="566929"/>
          </a:xfrm>
          <a:prstGeom prst="ellipse">
            <a:avLst/>
          </a:prstGeom>
          <a:solidFill>
            <a:schemeClr val="accent2"/>
          </a:solidFill>
          <a:ln w="12700">
            <a:miter lim="400000"/>
          </a:ln>
        </p:spPr>
        <p:txBody>
          <a:bodyPr lIns="45719" rIns="45719"/>
          <a:lstStyle/>
          <a:p>
            <a:pPr/>
          </a:p>
        </p:txBody>
      </p:sp>
      <p:pic>
        <p:nvPicPr>
          <p:cNvPr id="151" name="ba-icon" descr="ba-icon"/>
          <p:cNvPicPr>
            <a:picLocks noChangeAspect="1"/>
          </p:cNvPicPr>
          <p:nvPr/>
        </p:nvPicPr>
        <p:blipFill>
          <a:blip r:embed="rId5">
            <a:extLst/>
          </a:blip>
          <a:stretch>
            <a:fillRect/>
          </a:stretch>
        </p:blipFill>
        <p:spPr>
          <a:xfrm>
            <a:off x="873252" y="4530852"/>
            <a:ext cx="283465" cy="283465"/>
          </a:xfrm>
          <a:prstGeom prst="rect">
            <a:avLst/>
          </a:prstGeom>
          <a:ln w="12700">
            <a:miter lim="400000"/>
          </a:ln>
        </p:spPr>
      </p:pic>
      <p:sp>
        <p:nvSpPr>
          <p:cNvPr id="152" name="Text 20"/>
          <p:cNvSpPr txBox="1"/>
          <p:nvPr/>
        </p:nvSpPr>
        <p:spPr>
          <a:xfrm>
            <a:off x="1463039" y="4553837"/>
            <a:ext cx="2194561" cy="22835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에디터 작업은</a:t>
            </a:r>
          </a:p>
        </p:txBody>
      </p:sp>
      <p:sp>
        <p:nvSpPr>
          <p:cNvPr id="153" name="Text 21"/>
          <p:cNvSpPr txBox="1"/>
          <p:nvPr/>
        </p:nvSpPr>
        <p:spPr>
          <a:xfrm>
            <a:off x="3794759" y="4477511"/>
            <a:ext cx="3291841"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solidFill>
                  <a:srgbClr val="6E6E73"/>
                </a:solidFill>
              </a:defRPr>
            </a:pPr>
            <a:r>
              <a:t>Claude</a:t>
            </a:r>
            <a:r>
              <a:rPr>
                <a:latin typeface="+mn-lt"/>
                <a:ea typeface="+mn-ea"/>
                <a:cs typeface="+mn-cs"/>
                <a:sym typeface="Helvetica"/>
              </a:rPr>
              <a:t>가</a:t>
            </a:r>
            <a:r>
              <a:t> </a:t>
            </a:r>
            <a:r>
              <a:rPr>
                <a:latin typeface="+mn-lt"/>
                <a:ea typeface="+mn-ea"/>
                <a:cs typeface="+mn-cs"/>
                <a:sym typeface="Helvetica"/>
              </a:rPr>
              <a:t>다룰</a:t>
            </a:r>
            <a:r>
              <a:t> </a:t>
            </a:r>
            <a:r>
              <a:rPr>
                <a:latin typeface="+mn-lt"/>
                <a:ea typeface="+mn-ea"/>
                <a:cs typeface="+mn-cs"/>
                <a:sym typeface="Helvetica"/>
              </a:rPr>
              <a:t>수는</a:t>
            </a:r>
            <a:r>
              <a:t> </a:t>
            </a:r>
            <a:r>
              <a:rPr>
                <a:latin typeface="+mn-lt"/>
                <a:ea typeface="+mn-ea"/>
                <a:cs typeface="+mn-cs"/>
                <a:sym typeface="Helvetica"/>
              </a:rPr>
              <a:t>있었지만</a:t>
            </a:r>
            <a:r>
              <a:t>, </a:t>
            </a:r>
            <a:r>
              <a:rPr>
                <a:latin typeface="+mn-lt"/>
                <a:ea typeface="+mn-ea"/>
                <a:cs typeface="+mn-cs"/>
                <a:sym typeface="Helvetica"/>
              </a:rPr>
              <a:t>고정</a:t>
            </a:r>
            <a:r>
              <a:t> </a:t>
            </a:r>
            <a:r>
              <a:rPr>
                <a:latin typeface="+mn-lt"/>
                <a:ea typeface="+mn-ea"/>
                <a:cs typeface="+mn-cs"/>
                <a:sym typeface="Helvetica"/>
              </a:rPr>
              <a:t>상태</a:t>
            </a:r>
            <a:r>
              <a:t> · </a:t>
            </a:r>
            <a:r>
              <a:rPr>
                <a:latin typeface="+mn-lt"/>
                <a:ea typeface="+mn-ea"/>
                <a:cs typeface="+mn-cs"/>
                <a:sym typeface="Helvetica"/>
              </a:rPr>
              <a:t>멀티페이지에서</a:t>
            </a:r>
            <a:r>
              <a:t> </a:t>
            </a:r>
            <a:r>
              <a:rPr>
                <a:latin typeface="+mn-lt"/>
                <a:ea typeface="+mn-ea"/>
                <a:cs typeface="+mn-cs"/>
                <a:sym typeface="Helvetica"/>
              </a:rPr>
              <a:t>틀린</a:t>
            </a:r>
            <a:r>
              <a:t> </a:t>
            </a:r>
            <a:r>
              <a:rPr>
                <a:latin typeface="+mn-lt"/>
                <a:ea typeface="+mn-ea"/>
                <a:cs typeface="+mn-cs"/>
                <a:sym typeface="Helvetica"/>
              </a:rPr>
              <a:t>결과를</a:t>
            </a:r>
            <a:r>
              <a:t> </a:t>
            </a:r>
            <a:r>
              <a:rPr>
                <a:latin typeface="+mn-lt"/>
                <a:ea typeface="+mn-ea"/>
                <a:cs typeface="+mn-cs"/>
                <a:sym typeface="Helvetica"/>
              </a:rPr>
              <a:t>「성공」처럼</a:t>
            </a:r>
            <a:r>
              <a:t> </a:t>
            </a:r>
            <a:r>
              <a:rPr>
                <a:latin typeface="+mn-lt"/>
                <a:ea typeface="+mn-ea"/>
                <a:cs typeface="+mn-cs"/>
                <a:sym typeface="Helvetica"/>
              </a:rPr>
              <a:t>내기도</a:t>
            </a:r>
            <a:r>
              <a:t> </a:t>
            </a:r>
            <a:r>
              <a:rPr>
                <a:latin typeface="+mn-lt"/>
                <a:ea typeface="+mn-ea"/>
                <a:cs typeface="+mn-cs"/>
                <a:sym typeface="Helvetica"/>
              </a:rPr>
              <a:t>했다</a:t>
            </a:r>
          </a:p>
        </p:txBody>
      </p:sp>
      <p:sp>
        <p:nvSpPr>
          <p:cNvPr id="154" name="Text 22"/>
          <p:cNvSpPr txBox="1"/>
          <p:nvPr/>
        </p:nvSpPr>
        <p:spPr>
          <a:xfrm>
            <a:off x="7086600" y="4547361"/>
            <a:ext cx="365761"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600">
                <a:solidFill>
                  <a:schemeClr val="accent1"/>
                </a:solidFill>
                <a:latin typeface="Pretendard Bold"/>
                <a:ea typeface="Pretendard Bold"/>
                <a:cs typeface="Pretendard Bold"/>
                <a:sym typeface="Pretendard Bold"/>
              </a:defRPr>
            </a:lvl1pPr>
          </a:lstStyle>
          <a:p>
            <a:pPr/>
            <a:r>
              <a:t>→</a:t>
            </a:r>
          </a:p>
        </p:txBody>
      </p:sp>
      <p:sp>
        <p:nvSpPr>
          <p:cNvPr id="155" name="Text 23"/>
          <p:cNvSpPr txBox="1"/>
          <p:nvPr/>
        </p:nvSpPr>
        <p:spPr>
          <a:xfrm>
            <a:off x="7452359" y="4382261"/>
            <a:ext cx="4023360" cy="571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rPr b="1">
                <a:latin typeface="+mn-lt"/>
                <a:ea typeface="+mn-ea"/>
                <a:cs typeface="+mn-cs"/>
                <a:sym typeface="Helvetica"/>
              </a:rPr>
              <a:t>여백</a:t>
            </a:r>
            <a:r>
              <a:t> </a:t>
            </a:r>
            <a:r>
              <a:rPr b="1">
                <a:latin typeface="+mn-lt"/>
                <a:ea typeface="+mn-ea"/>
                <a:cs typeface="+mn-cs"/>
                <a:sym typeface="Helvetica"/>
              </a:rPr>
              <a:t>수치</a:t>
            </a:r>
            <a:r>
              <a:t> · </a:t>
            </a:r>
            <a:r>
              <a:rPr b="1">
                <a:latin typeface="+mn-lt"/>
                <a:ea typeface="+mn-ea"/>
                <a:cs typeface="+mn-cs"/>
                <a:sym typeface="Helvetica"/>
              </a:rPr>
              <a:t>표시</a:t>
            </a:r>
            <a:r>
              <a:t> </a:t>
            </a:r>
            <a:r>
              <a:rPr b="1">
                <a:latin typeface="+mn-lt"/>
                <a:ea typeface="+mn-ea"/>
                <a:cs typeface="+mn-cs"/>
                <a:sym typeface="Helvetica"/>
              </a:rPr>
              <a:t>켜기</a:t>
            </a:r>
            <a:r>
              <a:t>/</a:t>
            </a:r>
            <a:r>
              <a:rPr b="1">
                <a:latin typeface="+mn-lt"/>
                <a:ea typeface="+mn-ea"/>
                <a:cs typeface="+mn-cs"/>
                <a:sym typeface="Helvetica"/>
              </a:rPr>
              <a:t>끄기</a:t>
            </a:r>
            <a:r>
              <a:t> · </a:t>
            </a:r>
            <a:r>
              <a:rPr b="1">
                <a:latin typeface="+mn-lt"/>
                <a:ea typeface="+mn-ea"/>
                <a:cs typeface="+mn-cs"/>
                <a:sym typeface="Helvetica"/>
              </a:rPr>
              <a:t>상단</a:t>
            </a:r>
            <a:r>
              <a:t>/</a:t>
            </a:r>
            <a:r>
              <a:rPr b="1">
                <a:latin typeface="+mn-lt"/>
                <a:ea typeface="+mn-ea"/>
                <a:cs typeface="+mn-cs"/>
                <a:sym typeface="Helvetica"/>
              </a:rPr>
              <a:t>하단</a:t>
            </a:r>
            <a:r>
              <a:t> </a:t>
            </a:r>
            <a:r>
              <a:rPr b="1">
                <a:latin typeface="+mn-lt"/>
                <a:ea typeface="+mn-ea"/>
                <a:cs typeface="+mn-cs"/>
                <a:sym typeface="Helvetica"/>
              </a:rPr>
              <a:t>고정</a:t>
            </a:r>
            <a:r>
              <a:t> · </a:t>
            </a:r>
            <a:r>
              <a:rPr b="1">
                <a:latin typeface="+mn-lt"/>
                <a:ea typeface="+mn-ea"/>
                <a:cs typeface="+mn-cs"/>
                <a:sym typeface="Helvetica"/>
              </a:rPr>
              <a:t>멀티페이지까지</a:t>
            </a:r>
            <a:r>
              <a:t> </a:t>
            </a:r>
            <a:r>
              <a:rPr b="1">
                <a:latin typeface="+mn-lt"/>
                <a:ea typeface="+mn-ea"/>
                <a:cs typeface="+mn-cs"/>
                <a:sym typeface="Helvetica"/>
              </a:rPr>
              <a:t>더</a:t>
            </a:r>
            <a:r>
              <a:t> </a:t>
            </a:r>
            <a:r>
              <a:rPr b="1">
                <a:latin typeface="+mn-lt"/>
                <a:ea typeface="+mn-ea"/>
                <a:cs typeface="+mn-cs"/>
                <a:sym typeface="Helvetica"/>
              </a:rPr>
              <a:t>세밀하고</a:t>
            </a:r>
            <a:r>
              <a:t> </a:t>
            </a:r>
            <a:r>
              <a:rPr b="1">
                <a:latin typeface="+mn-lt"/>
                <a:ea typeface="+mn-ea"/>
                <a:cs typeface="+mn-cs"/>
                <a:sym typeface="Helvetica"/>
              </a:rPr>
              <a:t>정확하게</a:t>
            </a:r>
            <a:r>
              <a:t> — </a:t>
            </a:r>
            <a:r>
              <a:rPr b="1">
                <a:latin typeface="+mn-lt"/>
                <a:ea typeface="+mn-ea"/>
                <a:cs typeface="+mn-cs"/>
                <a:sym typeface="Helvetica"/>
              </a:rPr>
              <a:t>테스트</a:t>
            </a:r>
            <a:r>
              <a:t> </a:t>
            </a:r>
            <a:r>
              <a:rPr b="1">
                <a:latin typeface="+mn-lt"/>
                <a:ea typeface="+mn-ea"/>
                <a:cs typeface="+mn-cs"/>
                <a:sym typeface="Helvetica"/>
              </a:rPr>
              <a:t>페이지에서</a:t>
            </a:r>
            <a:r>
              <a:t> </a:t>
            </a:r>
            <a:r>
              <a:rPr b="1">
                <a:latin typeface="+mn-lt"/>
                <a:ea typeface="+mn-ea"/>
                <a:cs typeface="+mn-cs"/>
                <a:sym typeface="Helvetica"/>
              </a:rPr>
              <a:t>확인</a:t>
            </a:r>
            <a:r>
              <a:t> · </a:t>
            </a:r>
            <a:r>
              <a:rPr b="1">
                <a:latin typeface="+mn-lt"/>
                <a:ea typeface="+mn-ea"/>
                <a:cs typeface="+mn-cs"/>
                <a:sym typeface="Helvetica"/>
              </a:rPr>
              <a:t>예약</a:t>
            </a:r>
            <a:r>
              <a:t> </a:t>
            </a:r>
            <a:r>
              <a:rPr b="1">
                <a:latin typeface="+mn-lt"/>
                <a:ea typeface="+mn-ea"/>
                <a:cs typeface="+mn-cs"/>
                <a:sym typeface="Helvetica"/>
              </a:rPr>
              <a:t>입력은</a:t>
            </a:r>
            <a:r>
              <a:t> </a:t>
            </a:r>
            <a:r>
              <a:rPr b="1">
                <a:latin typeface="+mn-lt"/>
                <a:ea typeface="+mn-ea"/>
                <a:cs typeface="+mn-cs"/>
                <a:sym typeface="Helvetica"/>
              </a:rPr>
              <a:t>옵션당</a:t>
            </a:r>
            <a:r>
              <a:t> </a:t>
            </a:r>
            <a:r>
              <a:rPr b="1">
                <a:latin typeface="+mn-lt"/>
                <a:ea typeface="+mn-ea"/>
                <a:cs typeface="+mn-cs"/>
                <a:sym typeface="Helvetica"/>
              </a:rPr>
              <a:t>약</a:t>
            </a:r>
            <a:r>
              <a:t> 5</a:t>
            </a:r>
            <a:r>
              <a:rPr b="1">
                <a:latin typeface="+mn-lt"/>
                <a:ea typeface="+mn-ea"/>
                <a:cs typeface="+mn-cs"/>
                <a:sym typeface="Helvetica"/>
              </a:rPr>
              <a:t>초</a:t>
            </a:r>
            <a:r>
              <a:t> → 2</a:t>
            </a:r>
            <a:r>
              <a:rPr b="1">
                <a:latin typeface="+mn-lt"/>
                <a:ea typeface="+mn-ea"/>
                <a:cs typeface="+mn-cs"/>
                <a:sym typeface="Helvetica"/>
              </a:rPr>
              <a:t>초</a:t>
            </a:r>
          </a:p>
        </p:txBody>
      </p:sp>
      <p:sp>
        <p:nvSpPr>
          <p:cNvPr id="156" name="ba-row"/>
          <p:cNvSpPr/>
          <p:nvPr/>
        </p:nvSpPr>
        <p:spPr>
          <a:xfrm>
            <a:off x="548640" y="5230367"/>
            <a:ext cx="11091672" cy="868681"/>
          </a:xfrm>
          <a:prstGeom prst="roundRect">
            <a:avLst>
              <a:gd name="adj" fmla="val 12632"/>
            </a:avLst>
          </a:prstGeom>
          <a:solidFill>
            <a:srgbClr val="F5F5F7"/>
          </a:solidFill>
          <a:ln w="12700">
            <a:miter lim="400000"/>
          </a:ln>
        </p:spPr>
        <p:txBody>
          <a:bodyPr lIns="45719" rIns="45719"/>
          <a:lstStyle/>
          <a:p>
            <a:pPr/>
          </a:p>
        </p:txBody>
      </p:sp>
      <p:sp>
        <p:nvSpPr>
          <p:cNvPr id="157" name="ba-circle"/>
          <p:cNvSpPr/>
          <p:nvPr/>
        </p:nvSpPr>
        <p:spPr>
          <a:xfrm>
            <a:off x="731519" y="5385815"/>
            <a:ext cx="566929" cy="566929"/>
          </a:xfrm>
          <a:prstGeom prst="ellipse">
            <a:avLst/>
          </a:prstGeom>
          <a:solidFill>
            <a:schemeClr val="accent2"/>
          </a:solidFill>
          <a:ln w="12700">
            <a:miter lim="400000"/>
          </a:ln>
        </p:spPr>
        <p:txBody>
          <a:bodyPr lIns="45719" rIns="45719"/>
          <a:lstStyle/>
          <a:p>
            <a:pPr/>
          </a:p>
        </p:txBody>
      </p:sp>
      <p:pic>
        <p:nvPicPr>
          <p:cNvPr id="158" name="ba-icon" descr="ba-icon"/>
          <p:cNvPicPr>
            <a:picLocks noChangeAspect="1"/>
          </p:cNvPicPr>
          <p:nvPr/>
        </p:nvPicPr>
        <p:blipFill>
          <a:blip r:embed="rId6">
            <a:extLst/>
          </a:blip>
          <a:stretch>
            <a:fillRect/>
          </a:stretch>
        </p:blipFill>
        <p:spPr>
          <a:xfrm>
            <a:off x="873252" y="5527547"/>
            <a:ext cx="283465" cy="283465"/>
          </a:xfrm>
          <a:prstGeom prst="rect">
            <a:avLst/>
          </a:prstGeom>
          <a:ln w="12700">
            <a:miter lim="400000"/>
          </a:ln>
        </p:spPr>
      </p:pic>
      <p:sp>
        <p:nvSpPr>
          <p:cNvPr id="159" name="Text 26"/>
          <p:cNvSpPr txBox="1"/>
          <p:nvPr/>
        </p:nvSpPr>
        <p:spPr>
          <a:xfrm>
            <a:off x="1463039" y="5550533"/>
            <a:ext cx="2194561" cy="22835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새 맥을 세팅할 때</a:t>
            </a:r>
          </a:p>
        </p:txBody>
      </p:sp>
      <p:sp>
        <p:nvSpPr>
          <p:cNvPr id="160" name="Text 27"/>
          <p:cNvSpPr txBox="1"/>
          <p:nvPr/>
        </p:nvSpPr>
        <p:spPr>
          <a:xfrm>
            <a:off x="3794759" y="5569458"/>
            <a:ext cx="329184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무엇을 깔고 연결해야 하는지 기억에 의존했다</a:t>
            </a:r>
          </a:p>
        </p:txBody>
      </p:sp>
      <p:sp>
        <p:nvSpPr>
          <p:cNvPr id="161" name="Text 28"/>
          <p:cNvSpPr txBox="1"/>
          <p:nvPr/>
        </p:nvSpPr>
        <p:spPr>
          <a:xfrm>
            <a:off x="7086600" y="5544058"/>
            <a:ext cx="365761"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600">
                <a:solidFill>
                  <a:schemeClr val="accent1"/>
                </a:solidFill>
                <a:latin typeface="Pretendard Bold"/>
                <a:ea typeface="Pretendard Bold"/>
                <a:cs typeface="Pretendard Bold"/>
                <a:sym typeface="Pretendard Bold"/>
              </a:defRPr>
            </a:lvl1pPr>
          </a:lstStyle>
          <a:p>
            <a:pPr/>
            <a:r>
              <a:t>→</a:t>
            </a:r>
          </a:p>
        </p:txBody>
      </p:sp>
      <p:sp>
        <p:nvSpPr>
          <p:cNvPr id="162" name="Text 29"/>
          <p:cNvSpPr txBox="1"/>
          <p:nvPr/>
        </p:nvSpPr>
        <p:spPr>
          <a:xfrm>
            <a:off x="7452359" y="5569458"/>
            <a:ext cx="4023360"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rPr b="1">
                <a:latin typeface="+mn-lt"/>
                <a:ea typeface="+mn-ea"/>
                <a:cs typeface="+mn-cs"/>
                <a:sym typeface="Helvetica"/>
              </a:rPr>
              <a:t>스크립트 한 번 </a:t>
            </a:r>
            <a:r>
              <a:t>+ </a:t>
            </a:r>
            <a:r>
              <a:rPr b="1">
                <a:latin typeface="+mn-lt"/>
                <a:ea typeface="+mn-ea"/>
                <a:cs typeface="+mn-cs"/>
                <a:sym typeface="Helvetica"/>
              </a:rPr>
              <a:t>점검표 한 번이면 끝 </a:t>
            </a:r>
            <a:r>
              <a:t>— </a:t>
            </a:r>
            <a:r>
              <a:rPr b="1">
                <a:latin typeface="+mn-lt"/>
                <a:ea typeface="+mn-ea"/>
                <a:cs typeface="+mn-cs"/>
                <a:sym typeface="Helvetica"/>
              </a:rPr>
              <a:t>오늘 </a:t>
            </a:r>
            <a:r>
              <a:t>2</a:t>
            </a:r>
            <a:r>
              <a:rPr b="1">
                <a:latin typeface="+mn-lt"/>
                <a:ea typeface="+mn-ea"/>
                <a:cs typeface="+mn-cs"/>
                <a:sym typeface="Helvetica"/>
              </a:rPr>
              <a:t>부 내용</a:t>
            </a:r>
          </a:p>
        </p:txBody>
      </p:sp>
      <p:sp>
        <p:nvSpPr>
          <p:cNvPr id="163" name="Slide Number Placeholder 0"/>
          <p:cNvSpPr txBox="1"/>
          <p:nvPr>
            <p:ph type="sldNum" sz="quarter" idx="4294967295"/>
          </p:nvPr>
        </p:nvSpPr>
        <p:spPr>
          <a:xfrm>
            <a:off x="11464846" y="6355079"/>
            <a:ext cx="175466"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7" name="Text 1"/>
          <p:cNvSpPr txBox="1"/>
          <p:nvPr>
            <p:ph type="body" sz="quarter" idx="1"/>
          </p:nvPr>
        </p:nvSpPr>
        <p:spPr>
          <a:prstGeom prst="rect">
            <a:avLst/>
          </a:prstGeom>
        </p:spPr>
        <p:txBody>
          <a:bodyPr lIns="0" tIns="0" rIns="0" bIns="0"/>
          <a:lstStyle/>
          <a:p>
            <a:pPr/>
            <a:r>
              <a:t>PART 1 · </a:t>
            </a:r>
            <a:r>
              <a:rPr b="1">
                <a:latin typeface="+mn-lt"/>
                <a:ea typeface="+mn-ea"/>
                <a:cs typeface="+mn-cs"/>
                <a:sym typeface="Helvetica"/>
              </a:rPr>
              <a:t>결과 보고</a:t>
            </a:r>
          </a:p>
        </p:txBody>
      </p:sp>
      <p:sp>
        <p:nvSpPr>
          <p:cNvPr id="168"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03  </a:t>
            </a:r>
            <a:r>
              <a:rPr>
                <a:latin typeface="+mn-lt"/>
                <a:ea typeface="+mn-ea"/>
                <a:cs typeface="+mn-cs"/>
                <a:sym typeface="Helvetica"/>
              </a:rPr>
              <a:t>어디까지 </a:t>
            </a:r>
            <a:r>
              <a:t>· </a:t>
            </a:r>
            <a:r>
              <a:rPr>
                <a:latin typeface="+mn-lt"/>
                <a:ea typeface="+mn-ea"/>
                <a:cs typeface="+mn-cs"/>
                <a:sym typeface="Helvetica"/>
              </a:rPr>
              <a:t>아직</a:t>
            </a:r>
          </a:p>
        </p:txBody>
      </p:sp>
      <p:sp>
        <p:nvSpPr>
          <p:cNvPr id="169" name="Text 1"/>
          <p:cNvSpPr txBox="1"/>
          <p:nvPr>
            <p:ph type="title"/>
          </p:nvPr>
        </p:nvSpPr>
        <p:spPr>
          <a:xfrm>
            <a:off x="548640" y="676655"/>
            <a:ext cx="11091672" cy="658369"/>
          </a:xfrm>
          <a:prstGeom prst="rect">
            <a:avLst/>
          </a:prstGeom>
        </p:spPr>
        <p:txBody>
          <a:bodyPr lIns="0" tIns="0" rIns="0" bIns="0" anchor="ctr"/>
          <a:lstStyle>
            <a:lvl1pPr>
              <a:defRPr b="1">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남은 건 리허설과 팀원 셋업</a:t>
            </a:r>
          </a:p>
        </p:txBody>
      </p:sp>
      <p:sp>
        <p:nvSpPr>
          <p:cNvPr id="170"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세부 할 일 </a:t>
            </a:r>
            <a:r>
              <a:t>28</a:t>
            </a:r>
            <a:r>
              <a:rPr>
                <a:latin typeface="+mn-lt"/>
                <a:ea typeface="+mn-ea"/>
                <a:cs typeface="+mn-cs"/>
                <a:sym typeface="Helvetica"/>
              </a:rPr>
              <a:t>개 중 </a:t>
            </a:r>
            <a:r>
              <a:t>21</a:t>
            </a:r>
            <a:r>
              <a:rPr>
                <a:latin typeface="+mn-lt"/>
                <a:ea typeface="+mn-ea"/>
                <a:cs typeface="+mn-cs"/>
                <a:sym typeface="Helvetica"/>
              </a:rPr>
              <a:t>개 완료 </a:t>
            </a:r>
            <a:r>
              <a:t>· 1</a:t>
            </a:r>
            <a:r>
              <a:rPr>
                <a:latin typeface="+mn-lt"/>
                <a:ea typeface="+mn-ea"/>
                <a:cs typeface="+mn-cs"/>
                <a:sym typeface="Helvetica"/>
              </a:rPr>
              <a:t>개 보류 </a:t>
            </a:r>
            <a:r>
              <a:t>· 6</a:t>
            </a:r>
            <a:r>
              <a:rPr>
                <a:latin typeface="+mn-lt"/>
                <a:ea typeface="+mn-ea"/>
                <a:cs typeface="+mn-cs"/>
                <a:sym typeface="Helvetica"/>
              </a:rPr>
              <a:t>개 남음</a:t>
            </a:r>
            <a:r>
              <a:t>.</a:t>
            </a:r>
          </a:p>
        </p:txBody>
      </p:sp>
      <p:sp>
        <p:nvSpPr>
          <p:cNvPr id="171" name="remain-card"/>
          <p:cNvSpPr/>
          <p:nvPr/>
        </p:nvSpPr>
        <p:spPr>
          <a:xfrm>
            <a:off x="548640" y="1874520"/>
            <a:ext cx="5413248" cy="4206241"/>
          </a:xfrm>
          <a:prstGeom prst="roundRect">
            <a:avLst>
              <a:gd name="adj" fmla="val 2609"/>
            </a:avLst>
          </a:prstGeom>
          <a:solidFill>
            <a:srgbClr val="F5F5F7"/>
          </a:solidFill>
          <a:ln w="12700">
            <a:miter lim="400000"/>
          </a:ln>
        </p:spPr>
        <p:txBody>
          <a:bodyPr lIns="45719" rIns="45719"/>
          <a:lstStyle/>
          <a:p>
            <a:pPr/>
          </a:p>
        </p:txBody>
      </p:sp>
      <p:sp>
        <p:nvSpPr>
          <p:cNvPr id="172" name="Text 5"/>
          <p:cNvSpPr txBox="1"/>
          <p:nvPr/>
        </p:nvSpPr>
        <p:spPr>
          <a:xfrm>
            <a:off x="822960" y="2142170"/>
            <a:ext cx="4572001"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남은 순서</a:t>
            </a:r>
          </a:p>
        </p:txBody>
      </p:sp>
      <p:sp>
        <p:nvSpPr>
          <p:cNvPr id="173" name="num"/>
          <p:cNvSpPr/>
          <p:nvPr/>
        </p:nvSpPr>
        <p:spPr>
          <a:xfrm>
            <a:off x="822960" y="2651760"/>
            <a:ext cx="457201" cy="457201"/>
          </a:xfrm>
          <a:prstGeom prst="ellipse">
            <a:avLst/>
          </a:prstGeom>
          <a:solidFill>
            <a:schemeClr val="accent1"/>
          </a:solidFill>
          <a:ln w="12700">
            <a:miter lim="400000"/>
          </a:ln>
        </p:spPr>
        <p:txBody>
          <a:bodyPr lIns="45719" rIns="45719"/>
          <a:lstStyle/>
          <a:p>
            <a:pPr/>
          </a:p>
        </p:txBody>
      </p:sp>
      <p:sp>
        <p:nvSpPr>
          <p:cNvPr id="174" name="Text 7"/>
          <p:cNvSpPr txBox="1"/>
          <p:nvPr/>
        </p:nvSpPr>
        <p:spPr>
          <a:xfrm>
            <a:off x="822960" y="2778760"/>
            <a:ext cx="45720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175" name="Text 8"/>
          <p:cNvSpPr txBox="1"/>
          <p:nvPr/>
        </p:nvSpPr>
        <p:spPr>
          <a:xfrm>
            <a:off x="1463039" y="2674745"/>
            <a:ext cx="4297681" cy="22835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새 기기 리허설</a:t>
            </a:r>
          </a:p>
        </p:txBody>
      </p:sp>
      <p:sp>
        <p:nvSpPr>
          <p:cNvPr id="176" name="Text 9"/>
          <p:cNvSpPr txBox="1"/>
          <p:nvPr/>
        </p:nvSpPr>
        <p:spPr>
          <a:xfrm>
            <a:off x="1463039" y="2990088"/>
            <a:ext cx="429768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6E6E73"/>
                </a:solidFill>
              </a:defRPr>
            </a:pPr>
            <a:r>
              <a:rPr>
                <a:latin typeface="+mn-lt"/>
                <a:ea typeface="+mn-ea"/>
                <a:cs typeface="+mn-cs"/>
                <a:sym typeface="Helvetica"/>
              </a:rPr>
              <a:t>오늘 </a:t>
            </a:r>
            <a:r>
              <a:t>2</a:t>
            </a:r>
            <a:r>
              <a:rPr>
                <a:latin typeface="+mn-lt"/>
                <a:ea typeface="+mn-ea"/>
                <a:cs typeface="+mn-cs"/>
                <a:sym typeface="Helvetica"/>
              </a:rPr>
              <a:t>부 안내를 새 맥처럼 처음부터 따라 해 보고 막히는 곳을 고친다</a:t>
            </a:r>
          </a:p>
        </p:txBody>
      </p:sp>
      <p:sp>
        <p:nvSpPr>
          <p:cNvPr id="177" name="num"/>
          <p:cNvSpPr/>
          <p:nvPr/>
        </p:nvSpPr>
        <p:spPr>
          <a:xfrm>
            <a:off x="822960" y="3767328"/>
            <a:ext cx="457201" cy="457201"/>
          </a:xfrm>
          <a:prstGeom prst="ellipse">
            <a:avLst/>
          </a:prstGeom>
          <a:solidFill>
            <a:schemeClr val="accent1"/>
          </a:solidFill>
          <a:ln w="12700">
            <a:miter lim="400000"/>
          </a:ln>
        </p:spPr>
        <p:txBody>
          <a:bodyPr lIns="45719" rIns="45719"/>
          <a:lstStyle/>
          <a:p>
            <a:pPr/>
          </a:p>
        </p:txBody>
      </p:sp>
      <p:sp>
        <p:nvSpPr>
          <p:cNvPr id="178" name="Text 11"/>
          <p:cNvSpPr txBox="1"/>
          <p:nvPr/>
        </p:nvSpPr>
        <p:spPr>
          <a:xfrm>
            <a:off x="822960" y="3894328"/>
            <a:ext cx="45720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179" name="Text 12"/>
          <p:cNvSpPr txBox="1"/>
          <p:nvPr/>
        </p:nvSpPr>
        <p:spPr>
          <a:xfrm>
            <a:off x="1463039" y="3790313"/>
            <a:ext cx="4297681" cy="22835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400">
                <a:latin typeface="Pretendard Bold"/>
                <a:ea typeface="Pretendard Bold"/>
                <a:cs typeface="Pretendard Bold"/>
                <a:sym typeface="Pretendard Bold"/>
              </a:defRPr>
            </a:pPr>
            <a:r>
              <a:rPr b="1">
                <a:latin typeface="+mn-lt"/>
                <a:ea typeface="+mn-ea"/>
                <a:cs typeface="+mn-cs"/>
                <a:sym typeface="Helvetica"/>
              </a:rPr>
              <a:t>팀원 일정 </a:t>
            </a:r>
            <a:r>
              <a:t>· </a:t>
            </a:r>
            <a:r>
              <a:rPr b="1">
                <a:latin typeface="+mn-lt"/>
                <a:ea typeface="+mn-ea"/>
                <a:cs typeface="+mn-cs"/>
                <a:sym typeface="Helvetica"/>
              </a:rPr>
              <a:t>전용 테스트 페이지</a:t>
            </a:r>
          </a:p>
        </p:txBody>
      </p:sp>
      <p:sp>
        <p:nvSpPr>
          <p:cNvPr id="180" name="Text 13"/>
          <p:cNvSpPr txBox="1"/>
          <p:nvPr/>
        </p:nvSpPr>
        <p:spPr>
          <a:xfrm>
            <a:off x="1463039" y="4105655"/>
            <a:ext cx="429768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공용 계정이라 사람마다 연습용 페이지가 하나씩 필요</a:t>
            </a:r>
          </a:p>
        </p:txBody>
      </p:sp>
      <p:sp>
        <p:nvSpPr>
          <p:cNvPr id="181" name="num"/>
          <p:cNvSpPr/>
          <p:nvPr/>
        </p:nvSpPr>
        <p:spPr>
          <a:xfrm>
            <a:off x="822960" y="4882896"/>
            <a:ext cx="457201" cy="457201"/>
          </a:xfrm>
          <a:prstGeom prst="ellipse">
            <a:avLst/>
          </a:prstGeom>
          <a:solidFill>
            <a:schemeClr val="accent1"/>
          </a:solidFill>
          <a:ln w="12700">
            <a:miter lim="400000"/>
          </a:ln>
        </p:spPr>
        <p:txBody>
          <a:bodyPr lIns="45719" rIns="45719"/>
          <a:lstStyle/>
          <a:p>
            <a:pPr/>
          </a:p>
        </p:txBody>
      </p:sp>
      <p:sp>
        <p:nvSpPr>
          <p:cNvPr id="182" name="Text 15"/>
          <p:cNvSpPr txBox="1"/>
          <p:nvPr/>
        </p:nvSpPr>
        <p:spPr>
          <a:xfrm>
            <a:off x="822960" y="5009896"/>
            <a:ext cx="45720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183" name="Text 16"/>
          <p:cNvSpPr txBox="1"/>
          <p:nvPr/>
        </p:nvSpPr>
        <p:spPr>
          <a:xfrm>
            <a:off x="1463039" y="4905881"/>
            <a:ext cx="4297681" cy="22835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400">
                <a:latin typeface="Pretendard Bold"/>
                <a:ea typeface="Pretendard Bold"/>
                <a:cs typeface="Pretendard Bold"/>
                <a:sym typeface="Pretendard Bold"/>
              </a:defRPr>
            </a:pPr>
            <a:r>
              <a:rPr b="1">
                <a:latin typeface="+mn-lt"/>
                <a:ea typeface="+mn-ea"/>
                <a:cs typeface="+mn-cs"/>
                <a:sym typeface="Helvetica"/>
              </a:rPr>
              <a:t>팀원 </a:t>
            </a:r>
            <a:r>
              <a:t>2</a:t>
            </a:r>
            <a:r>
              <a:rPr b="1">
                <a:latin typeface="+mn-lt"/>
                <a:ea typeface="+mn-ea"/>
                <a:cs typeface="+mn-cs"/>
                <a:sym typeface="Helvetica"/>
              </a:rPr>
              <a:t>명 셋업</a:t>
            </a:r>
          </a:p>
        </p:txBody>
      </p:sp>
      <p:sp>
        <p:nvSpPr>
          <p:cNvPr id="184" name="Text 17"/>
          <p:cNvSpPr txBox="1"/>
          <p:nvPr/>
        </p:nvSpPr>
        <p:spPr>
          <a:xfrm>
            <a:off x="1463039" y="5221223"/>
            <a:ext cx="42976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6E6E73"/>
                </a:solidFill>
              </a:defRPr>
            </a:pPr>
            <a:r>
              <a:rPr>
                <a:latin typeface="+mn-lt"/>
                <a:ea typeface="+mn-ea"/>
                <a:cs typeface="+mn-cs"/>
                <a:sym typeface="Helvetica"/>
              </a:rPr>
              <a:t>셋업 </a:t>
            </a:r>
            <a:r>
              <a:t>→ </a:t>
            </a:r>
            <a:r>
              <a:rPr>
                <a:latin typeface="+mn-lt"/>
                <a:ea typeface="+mn-ea"/>
                <a:cs typeface="+mn-cs"/>
                <a:sym typeface="Helvetica"/>
              </a:rPr>
              <a:t>점검표 </a:t>
            </a:r>
            <a:r>
              <a:t>→ </a:t>
            </a:r>
            <a:r>
              <a:rPr>
                <a:latin typeface="+mn-lt"/>
                <a:ea typeface="+mn-ea"/>
                <a:cs typeface="+mn-cs"/>
                <a:sym typeface="Helvetica"/>
              </a:rPr>
              <a:t>확인 질문 통과 </a:t>
            </a:r>
            <a:r>
              <a:t>= </a:t>
            </a:r>
            <a:r>
              <a:rPr>
                <a:latin typeface="+mn-lt"/>
                <a:ea typeface="+mn-ea"/>
                <a:cs typeface="+mn-cs"/>
                <a:sym typeface="Helvetica"/>
              </a:rPr>
              <a:t>🎯 목표 도달</a:t>
            </a:r>
          </a:p>
        </p:txBody>
      </p:sp>
      <p:sp>
        <p:nvSpPr>
          <p:cNvPr id="185" name="bar-card"/>
          <p:cNvSpPr/>
          <p:nvPr/>
        </p:nvSpPr>
        <p:spPr>
          <a:xfrm>
            <a:off x="6227064" y="1874520"/>
            <a:ext cx="5413248" cy="1417321"/>
          </a:xfrm>
          <a:prstGeom prst="roundRect">
            <a:avLst>
              <a:gd name="adj" fmla="val 7742"/>
            </a:avLst>
          </a:prstGeom>
          <a:solidFill>
            <a:srgbClr val="F5F5F7"/>
          </a:solidFill>
          <a:ln w="12700">
            <a:miter lim="400000"/>
          </a:ln>
        </p:spPr>
        <p:txBody>
          <a:bodyPr lIns="45719" rIns="45719"/>
          <a:lstStyle/>
          <a:p>
            <a:pPr/>
          </a:p>
        </p:txBody>
      </p:sp>
      <p:sp>
        <p:nvSpPr>
          <p:cNvPr id="186" name="Text 19"/>
          <p:cNvSpPr txBox="1"/>
          <p:nvPr/>
        </p:nvSpPr>
        <p:spPr>
          <a:xfrm>
            <a:off x="6501384" y="2052827"/>
            <a:ext cx="2743201"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3000">
                <a:latin typeface="Pretendard Bold"/>
                <a:ea typeface="Pretendard Bold"/>
                <a:cs typeface="Pretendard Bold"/>
                <a:sym typeface="Pretendard Bold"/>
              </a:defRPr>
            </a:pPr>
            <a:r>
              <a:t>21</a:t>
            </a:r>
            <a:r>
              <a:rPr sz="1400">
                <a:solidFill>
                  <a:srgbClr val="6E6E73"/>
                </a:solidFill>
              </a:rPr>
              <a:t> / 28 </a:t>
            </a:r>
            <a:r>
              <a:rPr b="1" sz="1400">
                <a:solidFill>
                  <a:srgbClr val="6E6E73"/>
                </a:solidFill>
                <a:latin typeface="+mn-lt"/>
                <a:ea typeface="+mn-ea"/>
                <a:cs typeface="+mn-cs"/>
                <a:sym typeface="Helvetica"/>
              </a:rPr>
              <a:t>완료</a:t>
            </a:r>
          </a:p>
        </p:txBody>
      </p:sp>
      <p:sp>
        <p:nvSpPr>
          <p:cNvPr id="187" name="bar-bg"/>
          <p:cNvSpPr/>
          <p:nvPr/>
        </p:nvSpPr>
        <p:spPr>
          <a:xfrm>
            <a:off x="6501384" y="2651760"/>
            <a:ext cx="4864609" cy="182881"/>
          </a:xfrm>
          <a:prstGeom prst="roundRect">
            <a:avLst>
              <a:gd name="adj" fmla="val 50000"/>
            </a:avLst>
          </a:prstGeom>
          <a:solidFill>
            <a:schemeClr val="accent2">
              <a:hueOff val="-15247060"/>
              <a:satOff val="-68000"/>
              <a:lumOff val="4901"/>
            </a:schemeClr>
          </a:solidFill>
          <a:ln w="12700">
            <a:miter lim="400000"/>
          </a:ln>
        </p:spPr>
        <p:txBody>
          <a:bodyPr lIns="45719" rIns="45719"/>
          <a:lstStyle/>
          <a:p>
            <a:pPr/>
          </a:p>
        </p:txBody>
      </p:sp>
      <p:sp>
        <p:nvSpPr>
          <p:cNvPr id="188" name="bar-hold"/>
          <p:cNvSpPr/>
          <p:nvPr/>
        </p:nvSpPr>
        <p:spPr>
          <a:xfrm>
            <a:off x="6501384" y="2651760"/>
            <a:ext cx="3822193" cy="182881"/>
          </a:xfrm>
          <a:prstGeom prst="roundRect">
            <a:avLst>
              <a:gd name="adj" fmla="val 50000"/>
            </a:avLst>
          </a:prstGeom>
          <a:solidFill>
            <a:srgbClr val="6E6E73">
              <a:alpha val="40000"/>
            </a:srgbClr>
          </a:solidFill>
          <a:ln w="12700">
            <a:miter lim="400000"/>
          </a:ln>
        </p:spPr>
        <p:txBody>
          <a:bodyPr lIns="45719" rIns="45719"/>
          <a:lstStyle/>
          <a:p>
            <a:pPr/>
          </a:p>
        </p:txBody>
      </p:sp>
      <p:sp>
        <p:nvSpPr>
          <p:cNvPr id="189" name="bar-done"/>
          <p:cNvSpPr/>
          <p:nvPr/>
        </p:nvSpPr>
        <p:spPr>
          <a:xfrm>
            <a:off x="6501384" y="2651760"/>
            <a:ext cx="3648457" cy="182881"/>
          </a:xfrm>
          <a:prstGeom prst="roundRect">
            <a:avLst>
              <a:gd name="adj" fmla="val 50000"/>
            </a:avLst>
          </a:prstGeom>
          <a:solidFill>
            <a:schemeClr val="accent3"/>
          </a:solidFill>
          <a:ln w="12700">
            <a:miter lim="400000"/>
          </a:ln>
        </p:spPr>
        <p:txBody>
          <a:bodyPr lIns="45719" rIns="45719"/>
          <a:lstStyle/>
          <a:p>
            <a:pPr/>
          </a:p>
        </p:txBody>
      </p:sp>
      <p:sp>
        <p:nvSpPr>
          <p:cNvPr id="190" name="Text 23"/>
          <p:cNvSpPr txBox="1"/>
          <p:nvPr/>
        </p:nvSpPr>
        <p:spPr>
          <a:xfrm>
            <a:off x="6501384" y="2964305"/>
            <a:ext cx="4864609" cy="16129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000">
                <a:solidFill>
                  <a:srgbClr val="6E6E73"/>
                </a:solidFill>
              </a:defRPr>
            </a:pPr>
            <a:r>
              <a:t>■ </a:t>
            </a:r>
            <a:r>
              <a:rPr>
                <a:latin typeface="+mn-lt"/>
                <a:ea typeface="+mn-ea"/>
                <a:cs typeface="+mn-cs"/>
                <a:sym typeface="Helvetica"/>
              </a:rPr>
              <a:t>완료 </a:t>
            </a:r>
            <a:r>
              <a:t>21   ■ </a:t>
            </a:r>
            <a:r>
              <a:rPr>
                <a:latin typeface="+mn-lt"/>
                <a:ea typeface="+mn-ea"/>
                <a:cs typeface="+mn-cs"/>
                <a:sym typeface="Helvetica"/>
              </a:rPr>
              <a:t>보류 </a:t>
            </a:r>
            <a:r>
              <a:t>1 (</a:t>
            </a:r>
            <a:r>
              <a:rPr>
                <a:latin typeface="+mn-lt"/>
                <a:ea typeface="+mn-ea"/>
                <a:cs typeface="+mn-cs"/>
                <a:sym typeface="Helvetica"/>
              </a:rPr>
              <a:t>제품팀 결함 전달문</a:t>
            </a:r>
            <a:r>
              <a:t>)   ■ </a:t>
            </a:r>
            <a:r>
              <a:rPr>
                <a:latin typeface="+mn-lt"/>
                <a:ea typeface="+mn-ea"/>
                <a:cs typeface="+mn-cs"/>
                <a:sym typeface="Helvetica"/>
              </a:rPr>
              <a:t>남음 </a:t>
            </a:r>
            <a:r>
              <a:t>6</a:t>
            </a:r>
          </a:p>
        </p:txBody>
      </p:sp>
      <p:sp>
        <p:nvSpPr>
          <p:cNvPr id="191" name="notyet-card"/>
          <p:cNvSpPr/>
          <p:nvPr/>
        </p:nvSpPr>
        <p:spPr>
          <a:xfrm>
            <a:off x="6227064" y="3474720"/>
            <a:ext cx="5413248" cy="2606041"/>
          </a:xfrm>
          <a:prstGeom prst="roundRect">
            <a:avLst>
              <a:gd name="adj" fmla="val 4211"/>
            </a:avLst>
          </a:prstGeom>
          <a:solidFill>
            <a:schemeClr val="accent2">
              <a:hueOff val="-15247060"/>
              <a:satOff val="-68000"/>
              <a:lumOff val="4901"/>
            </a:schemeClr>
          </a:solidFill>
          <a:ln w="12700">
            <a:solidFill>
              <a:srgbClr val="E3E3EA"/>
            </a:solidFill>
          </a:ln>
        </p:spPr>
        <p:txBody>
          <a:bodyPr lIns="45719" rIns="45719"/>
          <a:lstStyle/>
          <a:p>
            <a:pPr/>
          </a:p>
        </p:txBody>
      </p:sp>
      <p:sp>
        <p:nvSpPr>
          <p:cNvPr id="192" name="pill-bg"/>
          <p:cNvSpPr/>
          <p:nvPr/>
        </p:nvSpPr>
        <p:spPr>
          <a:xfrm>
            <a:off x="6501384" y="3685032"/>
            <a:ext cx="731521" cy="256033"/>
          </a:xfrm>
          <a:prstGeom prst="roundRect">
            <a:avLst>
              <a:gd name="adj" fmla="val 50000"/>
            </a:avLst>
          </a:prstGeom>
          <a:solidFill>
            <a:schemeClr val="accent4">
              <a:alpha val="14000"/>
            </a:schemeClr>
          </a:solidFill>
          <a:ln w="12700">
            <a:miter lim="400000"/>
          </a:ln>
        </p:spPr>
        <p:txBody>
          <a:bodyPr lIns="45719" rIns="45719"/>
          <a:lstStyle/>
          <a:p>
            <a:pPr/>
          </a:p>
        </p:txBody>
      </p:sp>
      <p:sp>
        <p:nvSpPr>
          <p:cNvPr id="193" name="pill"/>
          <p:cNvSpPr txBox="1"/>
          <p:nvPr/>
        </p:nvSpPr>
        <p:spPr>
          <a:xfrm>
            <a:off x="6501384" y="3739196"/>
            <a:ext cx="731521" cy="14770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900">
                <a:solidFill>
                  <a:schemeClr val="accent4"/>
                </a:solidFill>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알아 둘 점</a:t>
            </a:r>
          </a:p>
        </p:txBody>
      </p:sp>
      <p:sp>
        <p:nvSpPr>
          <p:cNvPr id="194" name="Text 27"/>
          <p:cNvSpPr txBox="1"/>
          <p:nvPr/>
        </p:nvSpPr>
        <p:spPr>
          <a:xfrm>
            <a:off x="6501384" y="4069079"/>
            <a:ext cx="4864609" cy="1155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342900" indent="-342900">
              <a:spcBef>
                <a:spcPts val="800"/>
              </a:spcBef>
              <a:buSzPct val="100000"/>
              <a:buChar char="•"/>
              <a:defRPr sz="1200"/>
            </a:pPr>
            <a:r>
              <a:rPr>
                <a:latin typeface="+mn-lt"/>
                <a:ea typeface="+mn-ea"/>
                <a:cs typeface="+mn-cs"/>
                <a:sym typeface="Helvetica"/>
              </a:rPr>
              <a:t>볼트끼리는 </a:t>
            </a:r>
            <a:r>
              <a:t>Obsidian </a:t>
            </a:r>
            <a:r>
              <a:rPr>
                <a:latin typeface="+mn-lt"/>
                <a:ea typeface="+mn-ea"/>
                <a:cs typeface="+mn-cs"/>
                <a:sym typeface="Helvetica"/>
              </a:rPr>
              <a:t>링크가 아니라</a:t>
            </a:r>
            <a:r>
              <a:t>, Claude</a:t>
            </a:r>
            <a:r>
              <a:rPr>
                <a:latin typeface="+mn-lt"/>
                <a:ea typeface="+mn-ea"/>
                <a:cs typeface="+mn-cs"/>
                <a:sym typeface="Helvetica"/>
              </a:rPr>
              <a:t>가 파일을 찾아 읽는 방식으로 이어진다</a:t>
            </a:r>
          </a:p>
          <a:p>
            <a:pPr marL="342900" indent="-342900">
              <a:spcBef>
                <a:spcPts val="800"/>
              </a:spcBef>
              <a:buSzPct val="100000"/>
              <a:buChar char="•"/>
              <a:defRPr sz="1200"/>
            </a:pPr>
            <a:r>
              <a:t>Claude</a:t>
            </a:r>
            <a:r>
              <a:rPr>
                <a:latin typeface="+mn-lt"/>
                <a:ea typeface="+mn-ea"/>
                <a:cs typeface="+mn-cs"/>
                <a:sym typeface="Helvetica"/>
              </a:rPr>
              <a:t>는 기능을 외우는 게 아니라 사전을 찾아본다 </a:t>
            </a:r>
            <a:r>
              <a:t>— </a:t>
            </a:r>
            <a:r>
              <a:rPr>
                <a:latin typeface="+mn-lt"/>
                <a:ea typeface="+mn-ea"/>
                <a:cs typeface="+mn-cs"/>
                <a:sym typeface="Helvetica"/>
              </a:rPr>
              <a:t>사전에 「미확인」인 것은 모른다고 답한다</a:t>
            </a:r>
          </a:p>
          <a:p>
            <a:pPr marL="342900" indent="-342900">
              <a:spcBef>
                <a:spcPts val="800"/>
              </a:spcBef>
              <a:buSzPct val="100000"/>
              <a:buChar char="•"/>
              <a:defRPr sz="1200"/>
            </a:pPr>
            <a:r>
              <a:rPr>
                <a:latin typeface="+mn-lt"/>
                <a:ea typeface="+mn-ea"/>
                <a:cs typeface="+mn-cs"/>
                <a:sym typeface="Helvetica"/>
              </a:rPr>
              <a:t>새 맥에서 처음부터 따라 해 보는 리허설과 팀원 기기 확인은 이제부터</a:t>
            </a:r>
          </a:p>
        </p:txBody>
      </p:sp>
      <p:sp>
        <p:nvSpPr>
          <p:cNvPr id="195" name="Slide Number Placeholder 0"/>
          <p:cNvSpPr txBox="1"/>
          <p:nvPr>
            <p:ph type="sldNum" sz="quarter" idx="4294967295"/>
          </p:nvPr>
        </p:nvSpPr>
        <p:spPr>
          <a:xfrm>
            <a:off x="11467971" y="6355079"/>
            <a:ext cx="172341"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9"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가이드</a:t>
            </a:r>
          </a:p>
        </p:txBody>
      </p:sp>
      <p:sp>
        <p:nvSpPr>
          <p:cNvPr id="200"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04  </a:t>
            </a:r>
            <a:r>
              <a:rPr>
                <a:latin typeface="+mn-lt"/>
                <a:ea typeface="+mn-ea"/>
                <a:cs typeface="+mn-cs"/>
                <a:sym typeface="Helvetica"/>
              </a:rPr>
              <a:t>시작 전에</a:t>
            </a:r>
          </a:p>
        </p:txBody>
      </p:sp>
      <p:sp>
        <p:nvSpPr>
          <p:cNvPr id="201" name="Text 1"/>
          <p:cNvSpPr txBox="1"/>
          <p:nvPr>
            <p:ph type="title"/>
          </p:nvPr>
        </p:nvSpPr>
        <p:spPr>
          <a:xfrm>
            <a:off x="548640" y="676655"/>
            <a:ext cx="11091672" cy="658369"/>
          </a:xfrm>
          <a:prstGeom prst="rect">
            <a:avLst/>
          </a:prstGeom>
        </p:spPr>
        <p:txBody>
          <a:bodyPr lIns="0" tIns="0" rIns="0" bIns="0" anchor="ctr"/>
          <a:lstStyle/>
          <a:p>
            <a:pPr/>
            <a:r>
              <a:rPr b="1">
                <a:latin typeface="+mn-lt"/>
                <a:ea typeface="+mn-ea"/>
                <a:cs typeface="+mn-cs"/>
                <a:sym typeface="Helvetica"/>
              </a:rPr>
              <a:t>준비물 </a:t>
            </a:r>
            <a:r>
              <a:t>4</a:t>
            </a:r>
            <a:r>
              <a:rPr b="1">
                <a:latin typeface="+mn-lt"/>
                <a:ea typeface="+mn-ea"/>
                <a:cs typeface="+mn-cs"/>
                <a:sym typeface="Helvetica"/>
              </a:rPr>
              <a:t>가지</a:t>
            </a:r>
            <a:r>
              <a:t>, </a:t>
            </a:r>
            <a:r>
              <a:rPr b="1">
                <a:latin typeface="+mn-lt"/>
                <a:ea typeface="+mn-ea"/>
                <a:cs typeface="+mn-cs"/>
                <a:sym typeface="Helvetica"/>
              </a:rPr>
              <a:t>그리고 터미널 쓰는 법</a:t>
            </a:r>
          </a:p>
        </p:txBody>
      </p:sp>
      <p:sp>
        <p:nvSpPr>
          <p:cNvPr id="202"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약 </a:t>
            </a:r>
            <a:r>
              <a:t>20~30</a:t>
            </a:r>
            <a:r>
              <a:rPr>
                <a:latin typeface="+mn-lt"/>
                <a:ea typeface="+mn-ea"/>
                <a:cs typeface="+mn-cs"/>
                <a:sym typeface="Helvetica"/>
              </a:rPr>
              <a:t>분</a:t>
            </a:r>
            <a:r>
              <a:t>. </a:t>
            </a:r>
            <a:r>
              <a:rPr>
                <a:latin typeface="+mn-lt"/>
                <a:ea typeface="+mn-ea"/>
                <a:cs typeface="+mn-cs"/>
                <a:sym typeface="Helvetica"/>
              </a:rPr>
              <a:t>명령어는 이해할 필요 없이 「복사 </a:t>
            </a:r>
            <a:r>
              <a:t>→ </a:t>
            </a:r>
            <a:r>
              <a:rPr>
                <a:latin typeface="+mn-lt"/>
                <a:ea typeface="+mn-ea"/>
                <a:cs typeface="+mn-cs"/>
                <a:sym typeface="Helvetica"/>
              </a:rPr>
              <a:t>붙여넣기 </a:t>
            </a:r>
            <a:r>
              <a:t>→ Enter</a:t>
            </a:r>
            <a:r>
              <a:rPr>
                <a:latin typeface="+mn-lt"/>
                <a:ea typeface="+mn-ea"/>
                <a:cs typeface="+mn-cs"/>
                <a:sym typeface="Helvetica"/>
              </a:rPr>
              <a:t>」만 하면 됩니다</a:t>
            </a:r>
            <a:r>
              <a:t>.</a:t>
            </a:r>
          </a:p>
        </p:txBody>
      </p:sp>
      <p:sp>
        <p:nvSpPr>
          <p:cNvPr id="203" name="prep-card"/>
          <p:cNvSpPr/>
          <p:nvPr/>
        </p:nvSpPr>
        <p:spPr>
          <a:xfrm>
            <a:off x="548640" y="1874520"/>
            <a:ext cx="5413248" cy="4206241"/>
          </a:xfrm>
          <a:prstGeom prst="roundRect">
            <a:avLst>
              <a:gd name="adj" fmla="val 2609"/>
            </a:avLst>
          </a:prstGeom>
          <a:solidFill>
            <a:srgbClr val="F5F5F7"/>
          </a:solidFill>
          <a:ln w="12700">
            <a:miter lim="400000"/>
          </a:ln>
        </p:spPr>
        <p:txBody>
          <a:bodyPr lIns="45719" rIns="45719"/>
          <a:lstStyle/>
          <a:p>
            <a:pPr/>
          </a:p>
        </p:txBody>
      </p:sp>
      <p:sp>
        <p:nvSpPr>
          <p:cNvPr id="204" name="Text 5"/>
          <p:cNvSpPr txBox="1"/>
          <p:nvPr/>
        </p:nvSpPr>
        <p:spPr>
          <a:xfrm>
            <a:off x="822960" y="2123882"/>
            <a:ext cx="4846321"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담당자에게 미리 받을 것</a:t>
            </a:r>
          </a:p>
        </p:txBody>
      </p:sp>
      <p:sp>
        <p:nvSpPr>
          <p:cNvPr id="205" name="num"/>
          <p:cNvSpPr/>
          <p:nvPr/>
        </p:nvSpPr>
        <p:spPr>
          <a:xfrm>
            <a:off x="822960" y="2615183"/>
            <a:ext cx="384049" cy="384049"/>
          </a:xfrm>
          <a:prstGeom prst="ellipse">
            <a:avLst/>
          </a:prstGeom>
          <a:solidFill>
            <a:schemeClr val="accent1"/>
          </a:solidFill>
          <a:ln w="12700">
            <a:miter lim="400000"/>
          </a:ln>
        </p:spPr>
        <p:txBody>
          <a:bodyPr lIns="45719" rIns="45719"/>
          <a:lstStyle/>
          <a:p>
            <a:pPr/>
          </a:p>
        </p:txBody>
      </p:sp>
      <p:sp>
        <p:nvSpPr>
          <p:cNvPr id="206" name="Text 7"/>
          <p:cNvSpPr txBox="1"/>
          <p:nvPr/>
        </p:nvSpPr>
        <p:spPr>
          <a:xfrm>
            <a:off x="822960" y="2718307"/>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207" name="Text 8"/>
          <p:cNvSpPr txBox="1"/>
          <p:nvPr/>
        </p:nvSpPr>
        <p:spPr>
          <a:xfrm>
            <a:off x="1371600" y="2605024"/>
            <a:ext cx="43891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300">
                <a:latin typeface="Pretendard Bold"/>
                <a:ea typeface="Pretendard Bold"/>
                <a:cs typeface="Pretendard Bold"/>
                <a:sym typeface="Pretendard Bold"/>
              </a:defRPr>
            </a:pPr>
            <a:r>
              <a:t>GitHub CdBd-in </a:t>
            </a:r>
            <a:r>
              <a:rPr b="1">
                <a:latin typeface="+mn-lt"/>
                <a:ea typeface="+mn-ea"/>
                <a:cs typeface="+mn-cs"/>
                <a:sym typeface="Helvetica"/>
              </a:rPr>
              <a:t>계정</a:t>
            </a:r>
          </a:p>
        </p:txBody>
      </p:sp>
      <p:sp>
        <p:nvSpPr>
          <p:cNvPr id="208" name="Text 9"/>
          <p:cNvSpPr txBox="1"/>
          <p:nvPr/>
        </p:nvSpPr>
        <p:spPr>
          <a:xfrm>
            <a:off x="1371600" y="2911791"/>
            <a:ext cx="4389121"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저장소를 받기 위한 팀 공용 계정</a:t>
            </a:r>
          </a:p>
        </p:txBody>
      </p:sp>
      <p:sp>
        <p:nvSpPr>
          <p:cNvPr id="209" name="num"/>
          <p:cNvSpPr/>
          <p:nvPr/>
        </p:nvSpPr>
        <p:spPr>
          <a:xfrm>
            <a:off x="822960" y="3300984"/>
            <a:ext cx="384049" cy="384049"/>
          </a:xfrm>
          <a:prstGeom prst="ellipse">
            <a:avLst/>
          </a:prstGeom>
          <a:solidFill>
            <a:schemeClr val="accent1"/>
          </a:solidFill>
          <a:ln w="12700">
            <a:miter lim="400000"/>
          </a:ln>
        </p:spPr>
        <p:txBody>
          <a:bodyPr lIns="45719" rIns="45719"/>
          <a:lstStyle/>
          <a:p>
            <a:pPr/>
          </a:p>
        </p:txBody>
      </p:sp>
      <p:sp>
        <p:nvSpPr>
          <p:cNvPr id="210" name="Text 11"/>
          <p:cNvSpPr txBox="1"/>
          <p:nvPr/>
        </p:nvSpPr>
        <p:spPr>
          <a:xfrm>
            <a:off x="822960" y="3404108"/>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211" name="Text 12"/>
          <p:cNvSpPr txBox="1"/>
          <p:nvPr/>
        </p:nvSpPr>
        <p:spPr>
          <a:xfrm>
            <a:off x="1371600" y="3285043"/>
            <a:ext cx="4389121"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300">
                <a:latin typeface="Pretendard Bold"/>
                <a:ea typeface="Pretendard Bold"/>
                <a:cs typeface="Pretendard Bold"/>
                <a:sym typeface="Pretendard Bold"/>
              </a:defRPr>
            </a:pPr>
            <a:r>
              <a:t>CdBd </a:t>
            </a:r>
            <a:r>
              <a:rPr b="1">
                <a:latin typeface="+mn-lt"/>
                <a:ea typeface="+mn-ea"/>
                <a:cs typeface="+mn-cs"/>
                <a:sym typeface="Helvetica"/>
              </a:rPr>
              <a:t>공용 계정</a:t>
            </a:r>
          </a:p>
        </p:txBody>
      </p:sp>
      <p:sp>
        <p:nvSpPr>
          <p:cNvPr id="212" name="Text 13"/>
          <p:cNvSpPr txBox="1"/>
          <p:nvPr/>
        </p:nvSpPr>
        <p:spPr>
          <a:xfrm>
            <a:off x="1371600" y="3597591"/>
            <a:ext cx="4389121"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6E6E73"/>
                </a:solidFill>
              </a:defRPr>
            </a:pPr>
            <a:r>
              <a:rPr>
                <a:latin typeface="+mn-lt"/>
                <a:ea typeface="+mn-ea"/>
                <a:cs typeface="+mn-cs"/>
                <a:sym typeface="Helvetica"/>
              </a:rPr>
              <a:t>이메일 </a:t>
            </a:r>
            <a:r>
              <a:t>· </a:t>
            </a:r>
            <a:r>
              <a:rPr>
                <a:latin typeface="+mn-lt"/>
                <a:ea typeface="+mn-ea"/>
                <a:cs typeface="+mn-cs"/>
                <a:sym typeface="Helvetica"/>
              </a:rPr>
              <a:t>비밀번호 </a:t>
            </a:r>
            <a:r>
              <a:t>(1Password </a:t>
            </a:r>
            <a:r>
              <a:rPr>
                <a:latin typeface="+mn-lt"/>
                <a:ea typeface="+mn-ea"/>
                <a:cs typeface="+mn-cs"/>
                <a:sym typeface="Helvetica"/>
              </a:rPr>
              <a:t>등 안전한 방법으로</a:t>
            </a:r>
            <a:r>
              <a:t>)</a:t>
            </a:r>
          </a:p>
        </p:txBody>
      </p:sp>
      <p:sp>
        <p:nvSpPr>
          <p:cNvPr id="213" name="num"/>
          <p:cNvSpPr/>
          <p:nvPr/>
        </p:nvSpPr>
        <p:spPr>
          <a:xfrm>
            <a:off x="822960" y="3986784"/>
            <a:ext cx="384049" cy="384049"/>
          </a:xfrm>
          <a:prstGeom prst="ellipse">
            <a:avLst/>
          </a:prstGeom>
          <a:solidFill>
            <a:schemeClr val="accent1"/>
          </a:solidFill>
          <a:ln w="12700">
            <a:miter lim="400000"/>
          </a:ln>
        </p:spPr>
        <p:txBody>
          <a:bodyPr lIns="45719" rIns="45719"/>
          <a:lstStyle/>
          <a:p>
            <a:pPr/>
          </a:p>
        </p:txBody>
      </p:sp>
      <p:sp>
        <p:nvSpPr>
          <p:cNvPr id="214" name="Text 15"/>
          <p:cNvSpPr txBox="1"/>
          <p:nvPr/>
        </p:nvSpPr>
        <p:spPr>
          <a:xfrm>
            <a:off x="822960" y="4089908"/>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215" name="Text 16"/>
          <p:cNvSpPr txBox="1"/>
          <p:nvPr/>
        </p:nvSpPr>
        <p:spPr>
          <a:xfrm>
            <a:off x="1371600" y="3970843"/>
            <a:ext cx="4389121"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3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내 전용 테스트 페이지</a:t>
            </a:r>
          </a:p>
        </p:txBody>
      </p:sp>
      <p:sp>
        <p:nvSpPr>
          <p:cNvPr id="216" name="Text 17"/>
          <p:cNvSpPr txBox="1"/>
          <p:nvPr/>
        </p:nvSpPr>
        <p:spPr>
          <a:xfrm>
            <a:off x="1371600" y="4283391"/>
            <a:ext cx="4389121"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6E6E73"/>
                </a:solidFill>
              </a:defRPr>
            </a:pPr>
            <a:r>
              <a:t>cdbd.in/editor/</a:t>
            </a:r>
            <a:r>
              <a:rPr>
                <a:latin typeface="+mn-lt"/>
                <a:ea typeface="+mn-ea"/>
                <a:cs typeface="+mn-cs"/>
                <a:sym typeface="Helvetica"/>
              </a:rPr>
              <a:t>숫자 </a:t>
            </a:r>
            <a:r>
              <a:t>— </a:t>
            </a:r>
            <a:r>
              <a:rPr>
                <a:latin typeface="+mn-lt"/>
                <a:ea typeface="+mn-ea"/>
                <a:cs typeface="+mn-cs"/>
                <a:sym typeface="Helvetica"/>
              </a:rPr>
              <a:t>연습은 여기서만</a:t>
            </a:r>
          </a:p>
        </p:txBody>
      </p:sp>
      <p:sp>
        <p:nvSpPr>
          <p:cNvPr id="217" name="num"/>
          <p:cNvSpPr/>
          <p:nvPr/>
        </p:nvSpPr>
        <p:spPr>
          <a:xfrm>
            <a:off x="822960" y="4672584"/>
            <a:ext cx="384049" cy="384049"/>
          </a:xfrm>
          <a:prstGeom prst="ellipse">
            <a:avLst/>
          </a:prstGeom>
          <a:solidFill>
            <a:schemeClr val="accent1"/>
          </a:solidFill>
          <a:ln w="12700">
            <a:miter lim="400000"/>
          </a:ln>
        </p:spPr>
        <p:txBody>
          <a:bodyPr lIns="45719" rIns="45719"/>
          <a:lstStyle/>
          <a:p>
            <a:pPr/>
          </a:p>
        </p:txBody>
      </p:sp>
      <p:sp>
        <p:nvSpPr>
          <p:cNvPr id="218" name="Text 19"/>
          <p:cNvSpPr txBox="1"/>
          <p:nvPr/>
        </p:nvSpPr>
        <p:spPr>
          <a:xfrm>
            <a:off x="822960" y="4775708"/>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4</a:t>
            </a:r>
          </a:p>
        </p:txBody>
      </p:sp>
      <p:sp>
        <p:nvSpPr>
          <p:cNvPr id="219" name="Text 20"/>
          <p:cNvSpPr txBox="1"/>
          <p:nvPr/>
        </p:nvSpPr>
        <p:spPr>
          <a:xfrm>
            <a:off x="1371600" y="4656643"/>
            <a:ext cx="4389121"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300">
                <a:latin typeface="Pretendard Bold"/>
                <a:ea typeface="Pretendard Bold"/>
                <a:cs typeface="Pretendard Bold"/>
                <a:sym typeface="Pretendard Bold"/>
              </a:defRPr>
            </a:pPr>
            <a:r>
              <a:t>cdbd.env</a:t>
            </a:r>
            <a:r>
              <a:rPr b="1">
                <a:latin typeface="+mn-lt"/>
                <a:ea typeface="+mn-ea"/>
                <a:cs typeface="+mn-cs"/>
                <a:sym typeface="Helvetica"/>
              </a:rPr>
              <a:t>의 </a:t>
            </a:r>
            <a:r>
              <a:t>Supabase 2</a:t>
            </a:r>
            <a:r>
              <a:rPr b="1">
                <a:latin typeface="+mn-lt"/>
                <a:ea typeface="+mn-ea"/>
                <a:cs typeface="+mn-cs"/>
                <a:sym typeface="Helvetica"/>
              </a:rPr>
              <a:t>줄</a:t>
            </a:r>
          </a:p>
        </p:txBody>
      </p:sp>
      <p:sp>
        <p:nvSpPr>
          <p:cNvPr id="220" name="Text 21"/>
          <p:cNvSpPr txBox="1"/>
          <p:nvPr/>
        </p:nvSpPr>
        <p:spPr>
          <a:xfrm>
            <a:off x="1371600" y="4969191"/>
            <a:ext cx="4389121"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다른 팀원 파일에서 그대로 옮겨도 됨</a:t>
            </a:r>
          </a:p>
        </p:txBody>
      </p:sp>
      <p:sp>
        <p:nvSpPr>
          <p:cNvPr id="221" name="box-red"/>
          <p:cNvSpPr/>
          <p:nvPr/>
        </p:nvSpPr>
        <p:spPr>
          <a:xfrm>
            <a:off x="777240" y="5349240"/>
            <a:ext cx="4956048" cy="594361"/>
          </a:xfrm>
          <a:prstGeom prst="roundRect">
            <a:avLst>
              <a:gd name="adj" fmla="val 15385"/>
            </a:avLst>
          </a:prstGeom>
          <a:solidFill>
            <a:schemeClr val="accent5">
              <a:alpha val="10000"/>
            </a:schemeClr>
          </a:solidFill>
          <a:ln w="12700">
            <a:miter lim="400000"/>
          </a:ln>
        </p:spPr>
        <p:txBody>
          <a:bodyPr lIns="45719" rIns="45719"/>
          <a:lstStyle/>
          <a:p>
            <a:pPr/>
          </a:p>
        </p:txBody>
      </p:sp>
      <p:sp>
        <p:nvSpPr>
          <p:cNvPr id="222" name="box-text"/>
          <p:cNvSpPr txBox="1"/>
          <p:nvPr/>
        </p:nvSpPr>
        <p:spPr>
          <a:xfrm>
            <a:off x="978408" y="5538121"/>
            <a:ext cx="455371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100">
                <a:solidFill>
                  <a:schemeClr val="accent5"/>
                </a:solidFill>
                <a:latin typeface="Pretendard Bold"/>
                <a:ea typeface="Pretendard Bold"/>
                <a:cs typeface="Pretendard Bold"/>
                <a:sym typeface="Pretendard Bold"/>
              </a:defRPr>
            </a:pPr>
            <a:r>
              <a:rPr b="1">
                <a:latin typeface="+mn-lt"/>
                <a:ea typeface="+mn-ea"/>
                <a:cs typeface="+mn-cs"/>
                <a:sym typeface="Helvetica"/>
              </a:rPr>
              <a:t>🔴 다른 사람의 </a:t>
            </a:r>
            <a:r>
              <a:t>credentials.json</a:t>
            </a:r>
            <a:r>
              <a:rPr b="1">
                <a:latin typeface="+mn-lt"/>
                <a:ea typeface="+mn-ea"/>
                <a:cs typeface="+mn-cs"/>
                <a:sym typeface="Helvetica"/>
              </a:rPr>
              <a:t>은 받지 마세요</a:t>
            </a:r>
          </a:p>
        </p:txBody>
      </p:sp>
      <p:sp>
        <p:nvSpPr>
          <p:cNvPr id="223" name="term-card"/>
          <p:cNvSpPr/>
          <p:nvPr/>
        </p:nvSpPr>
        <p:spPr>
          <a:xfrm>
            <a:off x="6227064" y="1874520"/>
            <a:ext cx="5413248" cy="4206241"/>
          </a:xfrm>
          <a:prstGeom prst="roundRect">
            <a:avLst>
              <a:gd name="adj" fmla="val 2609"/>
            </a:avLst>
          </a:prstGeom>
          <a:solidFill>
            <a:schemeClr val="accent2">
              <a:hueOff val="-15247060"/>
              <a:satOff val="-68000"/>
              <a:lumOff val="4901"/>
            </a:schemeClr>
          </a:solidFill>
          <a:ln w="12700">
            <a:solidFill>
              <a:srgbClr val="E3E3EA"/>
            </a:solidFill>
          </a:ln>
        </p:spPr>
        <p:txBody>
          <a:bodyPr lIns="45719" rIns="45719"/>
          <a:lstStyle/>
          <a:p>
            <a:pPr/>
          </a:p>
        </p:txBody>
      </p:sp>
      <p:sp>
        <p:nvSpPr>
          <p:cNvPr id="224" name="Text 25"/>
          <p:cNvSpPr txBox="1"/>
          <p:nvPr/>
        </p:nvSpPr>
        <p:spPr>
          <a:xfrm>
            <a:off x="6492240" y="2123882"/>
            <a:ext cx="4937761"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500">
                <a:latin typeface="Pretendard Bold"/>
                <a:ea typeface="Pretendard Bold"/>
                <a:cs typeface="Pretendard Bold"/>
                <a:sym typeface="Pretendard Bold"/>
              </a:defRPr>
            </a:pPr>
            <a:r>
              <a:rPr b="1">
                <a:latin typeface="+mn-lt"/>
                <a:ea typeface="+mn-ea"/>
                <a:cs typeface="+mn-cs"/>
                <a:sym typeface="Helvetica"/>
              </a:rPr>
              <a:t>터미널 쓰는 법 </a:t>
            </a:r>
            <a:r>
              <a:t>(</a:t>
            </a:r>
            <a:r>
              <a:rPr b="1">
                <a:latin typeface="+mn-lt"/>
                <a:ea typeface="+mn-ea"/>
                <a:cs typeface="+mn-cs"/>
                <a:sym typeface="Helvetica"/>
              </a:rPr>
              <a:t>이것만 알면 됩니다</a:t>
            </a:r>
            <a:r>
              <a:t>)</a:t>
            </a:r>
          </a:p>
        </p:txBody>
      </p:sp>
      <p:sp>
        <p:nvSpPr>
          <p:cNvPr id="225" name="num"/>
          <p:cNvSpPr/>
          <p:nvPr/>
        </p:nvSpPr>
        <p:spPr>
          <a:xfrm>
            <a:off x="6492240" y="2606039"/>
            <a:ext cx="384049" cy="384049"/>
          </a:xfrm>
          <a:prstGeom prst="ellipse">
            <a:avLst/>
          </a:prstGeom>
          <a:solidFill>
            <a:srgbClr val="1D1D1F"/>
          </a:solidFill>
          <a:ln w="12700">
            <a:miter lim="400000"/>
          </a:ln>
        </p:spPr>
        <p:txBody>
          <a:bodyPr lIns="45719" rIns="45719"/>
          <a:lstStyle/>
          <a:p>
            <a:pPr/>
          </a:p>
        </p:txBody>
      </p:sp>
      <p:sp>
        <p:nvSpPr>
          <p:cNvPr id="226" name="Text 27"/>
          <p:cNvSpPr txBox="1"/>
          <p:nvPr/>
        </p:nvSpPr>
        <p:spPr>
          <a:xfrm>
            <a:off x="6492240" y="2709163"/>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227" name="Text 28"/>
          <p:cNvSpPr txBox="1"/>
          <p:nvPr/>
        </p:nvSpPr>
        <p:spPr>
          <a:xfrm>
            <a:off x="7040880" y="2617531"/>
            <a:ext cx="4434841"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300">
                <a:latin typeface="Pretendard Bold"/>
                <a:ea typeface="Pretendard Bold"/>
                <a:cs typeface="Pretendard Bold"/>
                <a:sym typeface="Pretendard Bold"/>
              </a:defRPr>
            </a:pPr>
            <a:r>
              <a:t>⌘ + Space → </a:t>
            </a:r>
            <a:r>
              <a:rPr b="1">
                <a:latin typeface="+mn-lt"/>
                <a:ea typeface="+mn-ea"/>
                <a:cs typeface="+mn-cs"/>
                <a:sym typeface="Helvetica"/>
              </a:rPr>
              <a:t>「터미널」 입력 </a:t>
            </a:r>
            <a:r>
              <a:t>→ Enter</a:t>
            </a:r>
          </a:p>
        </p:txBody>
      </p:sp>
      <p:sp>
        <p:nvSpPr>
          <p:cNvPr id="228" name="Text 29"/>
          <p:cNvSpPr txBox="1"/>
          <p:nvPr/>
        </p:nvSpPr>
        <p:spPr>
          <a:xfrm>
            <a:off x="7040880" y="2966655"/>
            <a:ext cx="4434841" cy="17488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6E6E73"/>
                </a:solidFill>
              </a:defRPr>
            </a:pPr>
            <a:r>
              <a:rPr>
                <a:latin typeface="+mn-lt"/>
                <a:ea typeface="+mn-ea"/>
                <a:cs typeface="+mn-cs"/>
                <a:sym typeface="Helvetica"/>
              </a:rPr>
              <a:t>검은</a:t>
            </a:r>
            <a:r>
              <a:t>(</a:t>
            </a:r>
            <a:r>
              <a:rPr>
                <a:latin typeface="+mn-lt"/>
                <a:ea typeface="+mn-ea"/>
                <a:cs typeface="+mn-cs"/>
                <a:sym typeface="Helvetica"/>
              </a:rPr>
              <a:t>또는 흰</a:t>
            </a:r>
            <a:r>
              <a:t>) </a:t>
            </a:r>
            <a:r>
              <a:rPr>
                <a:latin typeface="+mn-lt"/>
                <a:ea typeface="+mn-ea"/>
                <a:cs typeface="+mn-cs"/>
                <a:sym typeface="Helvetica"/>
              </a:rPr>
              <a:t>창이 열리면 준비 끝</a:t>
            </a:r>
          </a:p>
        </p:txBody>
      </p:sp>
      <p:sp>
        <p:nvSpPr>
          <p:cNvPr id="229" name="num"/>
          <p:cNvSpPr/>
          <p:nvPr/>
        </p:nvSpPr>
        <p:spPr>
          <a:xfrm>
            <a:off x="6492240" y="3456432"/>
            <a:ext cx="384049" cy="384049"/>
          </a:xfrm>
          <a:prstGeom prst="ellipse">
            <a:avLst/>
          </a:prstGeom>
          <a:solidFill>
            <a:srgbClr val="1D1D1F"/>
          </a:solidFill>
          <a:ln w="12700">
            <a:miter lim="400000"/>
          </a:ln>
        </p:spPr>
        <p:txBody>
          <a:bodyPr lIns="45719" rIns="45719"/>
          <a:lstStyle/>
          <a:p>
            <a:pPr/>
          </a:p>
        </p:txBody>
      </p:sp>
      <p:sp>
        <p:nvSpPr>
          <p:cNvPr id="230" name="Text 31"/>
          <p:cNvSpPr txBox="1"/>
          <p:nvPr/>
        </p:nvSpPr>
        <p:spPr>
          <a:xfrm>
            <a:off x="6492240" y="3559555"/>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231" name="Text 32"/>
          <p:cNvSpPr txBox="1"/>
          <p:nvPr/>
        </p:nvSpPr>
        <p:spPr>
          <a:xfrm>
            <a:off x="7040880" y="3467923"/>
            <a:ext cx="4434841"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300">
                <a:latin typeface="Pretendard Bold"/>
                <a:ea typeface="Pretendard Bold"/>
                <a:cs typeface="Pretendard Bold"/>
                <a:sym typeface="Pretendard Bold"/>
              </a:defRPr>
            </a:pPr>
            <a:r>
              <a:rPr b="1">
                <a:latin typeface="+mn-lt"/>
                <a:ea typeface="+mn-ea"/>
                <a:cs typeface="+mn-cs"/>
                <a:sym typeface="Helvetica"/>
              </a:rPr>
              <a:t>이 자료의 명령을 통째로 복사 </a:t>
            </a:r>
            <a:r>
              <a:t>(⌘C)</a:t>
            </a:r>
          </a:p>
        </p:txBody>
      </p:sp>
      <p:sp>
        <p:nvSpPr>
          <p:cNvPr id="232" name="Text 33"/>
          <p:cNvSpPr txBox="1"/>
          <p:nvPr/>
        </p:nvSpPr>
        <p:spPr>
          <a:xfrm>
            <a:off x="7040880" y="3817047"/>
            <a:ext cx="4434841"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여러 줄이어도 한 번에 복사해도 됩니다</a:t>
            </a:r>
          </a:p>
        </p:txBody>
      </p:sp>
      <p:sp>
        <p:nvSpPr>
          <p:cNvPr id="233" name="num"/>
          <p:cNvSpPr/>
          <p:nvPr/>
        </p:nvSpPr>
        <p:spPr>
          <a:xfrm>
            <a:off x="6492240" y="4306823"/>
            <a:ext cx="384049" cy="384049"/>
          </a:xfrm>
          <a:prstGeom prst="ellipse">
            <a:avLst/>
          </a:prstGeom>
          <a:solidFill>
            <a:srgbClr val="1D1D1F"/>
          </a:solidFill>
          <a:ln w="12700">
            <a:miter lim="400000"/>
          </a:ln>
        </p:spPr>
        <p:txBody>
          <a:bodyPr lIns="45719" rIns="45719"/>
          <a:lstStyle/>
          <a:p>
            <a:pPr/>
          </a:p>
        </p:txBody>
      </p:sp>
      <p:sp>
        <p:nvSpPr>
          <p:cNvPr id="234" name="Text 35"/>
          <p:cNvSpPr txBox="1"/>
          <p:nvPr/>
        </p:nvSpPr>
        <p:spPr>
          <a:xfrm>
            <a:off x="6492240" y="4409947"/>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235" name="Text 36"/>
          <p:cNvSpPr txBox="1"/>
          <p:nvPr/>
        </p:nvSpPr>
        <p:spPr>
          <a:xfrm>
            <a:off x="7040880" y="4318315"/>
            <a:ext cx="4434841"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300">
                <a:latin typeface="Pretendard Bold"/>
                <a:ea typeface="Pretendard Bold"/>
                <a:cs typeface="Pretendard Bold"/>
                <a:sym typeface="Pretendard Bold"/>
              </a:defRPr>
            </a:pPr>
            <a:r>
              <a:rPr b="1">
                <a:latin typeface="+mn-lt"/>
                <a:ea typeface="+mn-ea"/>
                <a:cs typeface="+mn-cs"/>
                <a:sym typeface="Helvetica"/>
              </a:rPr>
              <a:t>터미널에 붙여넣기 </a:t>
            </a:r>
            <a:r>
              <a:t>(⌘V) → Enter</a:t>
            </a:r>
          </a:p>
        </p:txBody>
      </p:sp>
      <p:sp>
        <p:nvSpPr>
          <p:cNvPr id="236" name="Text 37"/>
          <p:cNvSpPr txBox="1"/>
          <p:nvPr/>
        </p:nvSpPr>
        <p:spPr>
          <a:xfrm>
            <a:off x="7040880" y="4667439"/>
            <a:ext cx="4434841"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6E6E73"/>
                </a:solidFill>
              </a:defRPr>
            </a:pPr>
            <a:r>
              <a:rPr>
                <a:latin typeface="+mn-lt"/>
                <a:ea typeface="+mn-ea"/>
                <a:cs typeface="+mn-cs"/>
                <a:sym typeface="Helvetica"/>
              </a:rPr>
              <a:t>끝나면 다시 맨 아래에 입력 줄</a:t>
            </a:r>
            <a:r>
              <a:t>(%)</a:t>
            </a:r>
            <a:r>
              <a:rPr>
                <a:latin typeface="+mn-lt"/>
                <a:ea typeface="+mn-ea"/>
                <a:cs typeface="+mn-cs"/>
                <a:sym typeface="Helvetica"/>
              </a:rPr>
              <a:t>이 나옵니다</a:t>
            </a:r>
          </a:p>
        </p:txBody>
      </p:sp>
      <p:sp>
        <p:nvSpPr>
          <p:cNvPr id="237" name="num"/>
          <p:cNvSpPr/>
          <p:nvPr/>
        </p:nvSpPr>
        <p:spPr>
          <a:xfrm>
            <a:off x="6492240" y="5157215"/>
            <a:ext cx="384049" cy="384049"/>
          </a:xfrm>
          <a:prstGeom prst="ellipse">
            <a:avLst/>
          </a:prstGeom>
          <a:solidFill>
            <a:srgbClr val="1D1D1F"/>
          </a:solidFill>
          <a:ln w="12700">
            <a:miter lim="400000"/>
          </a:ln>
        </p:spPr>
        <p:txBody>
          <a:bodyPr lIns="45719" rIns="45719"/>
          <a:lstStyle/>
          <a:p>
            <a:pPr/>
          </a:p>
        </p:txBody>
      </p:sp>
      <p:sp>
        <p:nvSpPr>
          <p:cNvPr id="238" name="Text 39"/>
          <p:cNvSpPr txBox="1"/>
          <p:nvPr/>
        </p:nvSpPr>
        <p:spPr>
          <a:xfrm>
            <a:off x="6492240" y="5260339"/>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4</a:t>
            </a:r>
          </a:p>
        </p:txBody>
      </p:sp>
      <p:sp>
        <p:nvSpPr>
          <p:cNvPr id="239" name="Text 40"/>
          <p:cNvSpPr txBox="1"/>
          <p:nvPr/>
        </p:nvSpPr>
        <p:spPr>
          <a:xfrm>
            <a:off x="7040880" y="5168707"/>
            <a:ext cx="4434841"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3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비밀번호를 물으면 맥 로그인 비밀번호</a:t>
            </a:r>
          </a:p>
        </p:txBody>
      </p:sp>
      <p:sp>
        <p:nvSpPr>
          <p:cNvPr id="240" name="Text 41"/>
          <p:cNvSpPr txBox="1"/>
          <p:nvPr/>
        </p:nvSpPr>
        <p:spPr>
          <a:xfrm>
            <a:off x="7040880" y="5517830"/>
            <a:ext cx="4434841" cy="17488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입력해도 화면에 안 보이는 게 정상</a:t>
            </a:r>
          </a:p>
        </p:txBody>
      </p:sp>
      <p:sp>
        <p:nvSpPr>
          <p:cNvPr id="241" name="Slide Number Placeholder 0"/>
          <p:cNvSpPr txBox="1"/>
          <p:nvPr>
            <p:ph type="sldNum" sz="quarter" idx="4294967295"/>
          </p:nvPr>
        </p:nvSpPr>
        <p:spPr>
          <a:xfrm>
            <a:off x="11466073" y="6355079"/>
            <a:ext cx="174239"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5"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가이드</a:t>
            </a:r>
          </a:p>
        </p:txBody>
      </p:sp>
      <p:sp>
        <p:nvSpPr>
          <p:cNvPr id="246"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04  </a:t>
            </a:r>
            <a:r>
              <a:rPr>
                <a:latin typeface="+mn-lt"/>
                <a:ea typeface="+mn-ea"/>
                <a:cs typeface="+mn-cs"/>
                <a:sym typeface="Helvetica"/>
              </a:rPr>
              <a:t>어디서부터</a:t>
            </a:r>
          </a:p>
        </p:txBody>
      </p:sp>
      <p:sp>
        <p:nvSpPr>
          <p:cNvPr id="247" name="Text 1"/>
          <p:cNvSpPr txBox="1"/>
          <p:nvPr>
            <p:ph type="title"/>
          </p:nvPr>
        </p:nvSpPr>
        <p:spPr>
          <a:xfrm>
            <a:off x="548640" y="676655"/>
            <a:ext cx="11091672" cy="658369"/>
          </a:xfrm>
          <a:prstGeom prst="rect">
            <a:avLst/>
          </a:prstGeom>
        </p:spPr>
        <p:txBody>
          <a:bodyPr lIns="0" tIns="0" rIns="0" bIns="0" anchor="ctr"/>
          <a:lstStyle/>
          <a:p>
            <a:pPr/>
            <a:r>
              <a:rPr b="1">
                <a:latin typeface="+mn-lt"/>
                <a:ea typeface="+mn-ea"/>
                <a:cs typeface="+mn-cs"/>
                <a:sym typeface="Helvetica"/>
              </a:rPr>
              <a:t>어디서부터 시작하나요</a:t>
            </a:r>
            <a:r>
              <a:t>?</a:t>
            </a:r>
          </a:p>
        </p:txBody>
      </p:sp>
      <p:sp>
        <p:nvSpPr>
          <p:cNvPr id="248"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t>GitHub </a:t>
            </a:r>
            <a:r>
              <a:rPr>
                <a:latin typeface="+mn-lt"/>
                <a:ea typeface="+mn-ea"/>
                <a:cs typeface="+mn-cs"/>
                <a:sym typeface="Helvetica"/>
              </a:rPr>
              <a:t>계정이</a:t>
            </a:r>
            <a:r>
              <a:t> </a:t>
            </a:r>
            <a:r>
              <a:rPr>
                <a:latin typeface="+mn-lt"/>
                <a:ea typeface="+mn-ea"/>
                <a:cs typeface="+mn-cs"/>
                <a:sym typeface="Helvetica"/>
              </a:rPr>
              <a:t>같아도</a:t>
            </a:r>
            <a:r>
              <a:t> </a:t>
            </a:r>
            <a:r>
              <a:rPr>
                <a:latin typeface="+mn-lt"/>
                <a:ea typeface="+mn-ea"/>
                <a:cs typeface="+mn-cs"/>
                <a:sym typeface="Helvetica"/>
              </a:rPr>
              <a:t>이</a:t>
            </a:r>
            <a:r>
              <a:t> </a:t>
            </a:r>
            <a:r>
              <a:rPr>
                <a:latin typeface="+mn-lt"/>
                <a:ea typeface="+mn-ea"/>
                <a:cs typeface="+mn-cs"/>
                <a:sym typeface="Helvetica"/>
              </a:rPr>
              <a:t>맥에</a:t>
            </a:r>
            <a:r>
              <a:t> </a:t>
            </a:r>
            <a:r>
              <a:rPr>
                <a:latin typeface="+mn-lt"/>
                <a:ea typeface="+mn-ea"/>
                <a:cs typeface="+mn-cs"/>
                <a:sym typeface="Helvetica"/>
              </a:rPr>
              <a:t>볼트가</a:t>
            </a:r>
            <a:r>
              <a:t> </a:t>
            </a:r>
            <a:r>
              <a:rPr>
                <a:latin typeface="+mn-lt"/>
                <a:ea typeface="+mn-ea"/>
                <a:cs typeface="+mn-cs"/>
                <a:sym typeface="Helvetica"/>
              </a:rPr>
              <a:t>없으면</a:t>
            </a:r>
            <a:r>
              <a:t> A</a:t>
            </a:r>
            <a:r>
              <a:rPr>
                <a:latin typeface="+mn-lt"/>
                <a:ea typeface="+mn-ea"/>
                <a:cs typeface="+mn-cs"/>
                <a:sym typeface="Helvetica"/>
              </a:rPr>
              <a:t>부터</a:t>
            </a:r>
            <a:r>
              <a:t> — STEP 2·4</a:t>
            </a:r>
            <a:r>
              <a:rPr>
                <a:latin typeface="+mn-lt"/>
                <a:ea typeface="+mn-ea"/>
                <a:cs typeface="+mn-cs"/>
                <a:sym typeface="Helvetica"/>
              </a:rPr>
              <a:t>가</a:t>
            </a:r>
            <a:r>
              <a:t> </a:t>
            </a:r>
            <a:r>
              <a:rPr>
                <a:latin typeface="+mn-lt"/>
                <a:ea typeface="+mn-ea"/>
                <a:cs typeface="+mn-cs"/>
                <a:sym typeface="Helvetica"/>
              </a:rPr>
              <a:t>볼트</a:t>
            </a:r>
            <a:r>
              <a:t> </a:t>
            </a:r>
            <a:r>
              <a:rPr>
                <a:latin typeface="+mn-lt"/>
                <a:ea typeface="+mn-ea"/>
                <a:cs typeface="+mn-cs"/>
                <a:sym typeface="Helvetica"/>
              </a:rPr>
              <a:t>안의</a:t>
            </a:r>
            <a:r>
              <a:t> </a:t>
            </a:r>
            <a:r>
              <a:rPr>
                <a:latin typeface="+mn-lt"/>
                <a:ea typeface="+mn-ea"/>
                <a:cs typeface="+mn-cs"/>
                <a:sym typeface="Helvetica"/>
              </a:rPr>
              <a:t>파일을</a:t>
            </a:r>
            <a:r>
              <a:t> </a:t>
            </a:r>
            <a:r>
              <a:rPr>
                <a:latin typeface="+mn-lt"/>
                <a:ea typeface="+mn-ea"/>
                <a:cs typeface="+mn-cs"/>
                <a:sym typeface="Helvetica"/>
              </a:rPr>
              <a:t>쓰기</a:t>
            </a:r>
            <a:r>
              <a:t> </a:t>
            </a:r>
            <a:r>
              <a:rPr>
                <a:latin typeface="+mn-lt"/>
                <a:ea typeface="+mn-ea"/>
                <a:cs typeface="+mn-cs"/>
                <a:sym typeface="Helvetica"/>
              </a:rPr>
              <a:t>때문입니다</a:t>
            </a:r>
            <a:r>
              <a:t>.</a:t>
            </a:r>
          </a:p>
        </p:txBody>
      </p:sp>
      <p:sp>
        <p:nvSpPr>
          <p:cNvPr id="249" name="path-card"/>
          <p:cNvSpPr/>
          <p:nvPr/>
        </p:nvSpPr>
        <p:spPr>
          <a:xfrm>
            <a:off x="548640" y="1874520"/>
            <a:ext cx="5413248" cy="3657601"/>
          </a:xfrm>
          <a:prstGeom prst="roundRect">
            <a:avLst>
              <a:gd name="adj" fmla="val 3000"/>
            </a:avLst>
          </a:prstGeom>
          <a:solidFill>
            <a:srgbClr val="F5F5F7"/>
          </a:solidFill>
          <a:ln w="12700">
            <a:miter lim="400000"/>
          </a:ln>
        </p:spPr>
        <p:txBody>
          <a:bodyPr lIns="45719" rIns="45719"/>
          <a:lstStyle/>
          <a:p>
            <a:pPr/>
          </a:p>
        </p:txBody>
      </p:sp>
      <p:sp>
        <p:nvSpPr>
          <p:cNvPr id="250" name="num"/>
          <p:cNvSpPr/>
          <p:nvPr/>
        </p:nvSpPr>
        <p:spPr>
          <a:xfrm>
            <a:off x="822960" y="2103120"/>
            <a:ext cx="502921" cy="502921"/>
          </a:xfrm>
          <a:prstGeom prst="ellipse">
            <a:avLst/>
          </a:prstGeom>
          <a:solidFill>
            <a:schemeClr val="accent1"/>
          </a:solidFill>
          <a:ln w="12700">
            <a:miter lim="400000"/>
          </a:ln>
        </p:spPr>
        <p:txBody>
          <a:bodyPr lIns="45719" rIns="45719"/>
          <a:lstStyle/>
          <a:p>
            <a:pPr/>
          </a:p>
        </p:txBody>
      </p:sp>
      <p:sp>
        <p:nvSpPr>
          <p:cNvPr id="251" name="Text 6"/>
          <p:cNvSpPr txBox="1"/>
          <p:nvPr/>
        </p:nvSpPr>
        <p:spPr>
          <a:xfrm>
            <a:off x="822960" y="2240279"/>
            <a:ext cx="502920"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500">
                <a:solidFill>
                  <a:schemeClr val="accent2">
                    <a:hueOff val="-15247060"/>
                    <a:satOff val="-68000"/>
                    <a:lumOff val="4901"/>
                  </a:schemeClr>
                </a:solidFill>
                <a:latin typeface="Pretendard Bold"/>
                <a:ea typeface="Pretendard Bold"/>
                <a:cs typeface="Pretendard Bold"/>
                <a:sym typeface="Pretendard Bold"/>
              </a:defRPr>
            </a:lvl1pPr>
          </a:lstStyle>
          <a:p>
            <a:pPr/>
            <a:r>
              <a:t>A</a:t>
            </a:r>
          </a:p>
        </p:txBody>
      </p:sp>
      <p:sp>
        <p:nvSpPr>
          <p:cNvPr id="252" name="Text 7"/>
          <p:cNvSpPr txBox="1"/>
          <p:nvPr/>
        </p:nvSpPr>
        <p:spPr>
          <a:xfrm>
            <a:off x="1463039" y="2112515"/>
            <a:ext cx="3218689" cy="25552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이 맥에 볼트가 아직 없다</a:t>
            </a:r>
          </a:p>
        </p:txBody>
      </p:sp>
      <p:sp>
        <p:nvSpPr>
          <p:cNvPr id="253" name="Text 8"/>
          <p:cNvSpPr txBox="1"/>
          <p:nvPr/>
        </p:nvSpPr>
        <p:spPr>
          <a:xfrm>
            <a:off x="1463039" y="2454591"/>
            <a:ext cx="4224530"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6E6E73"/>
                </a:solidFill>
              </a:defRPr>
            </a:pPr>
            <a:r>
              <a:rPr>
                <a:latin typeface="+mn-lt"/>
                <a:ea typeface="+mn-ea"/>
                <a:cs typeface="+mn-cs"/>
                <a:sym typeface="Helvetica"/>
              </a:rPr>
              <a:t>새 맥 </a:t>
            </a:r>
            <a:r>
              <a:t>· </a:t>
            </a:r>
            <a:r>
              <a:rPr>
                <a:latin typeface="+mn-lt"/>
                <a:ea typeface="+mn-ea"/>
                <a:cs typeface="+mn-cs"/>
                <a:sym typeface="Helvetica"/>
              </a:rPr>
              <a:t>볼트를 받아 본 적 없는 팀원</a:t>
            </a:r>
          </a:p>
        </p:txBody>
      </p:sp>
      <p:sp>
        <p:nvSpPr>
          <p:cNvPr id="254" name="pill-bg"/>
          <p:cNvSpPr/>
          <p:nvPr/>
        </p:nvSpPr>
        <p:spPr>
          <a:xfrm>
            <a:off x="4727447" y="2121407"/>
            <a:ext cx="960121" cy="256033"/>
          </a:xfrm>
          <a:prstGeom prst="roundRect">
            <a:avLst>
              <a:gd name="adj" fmla="val 50000"/>
            </a:avLst>
          </a:prstGeom>
          <a:solidFill>
            <a:schemeClr val="accent1">
              <a:alpha val="14000"/>
            </a:schemeClr>
          </a:solidFill>
          <a:ln w="12700">
            <a:miter lim="400000"/>
          </a:ln>
        </p:spPr>
        <p:txBody>
          <a:bodyPr lIns="45719" rIns="45719"/>
          <a:lstStyle/>
          <a:p>
            <a:pPr/>
          </a:p>
        </p:txBody>
      </p:sp>
      <p:sp>
        <p:nvSpPr>
          <p:cNvPr id="255" name="pill"/>
          <p:cNvSpPr txBox="1"/>
          <p:nvPr/>
        </p:nvSpPr>
        <p:spPr>
          <a:xfrm>
            <a:off x="4727447" y="2175572"/>
            <a:ext cx="960121" cy="14770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sz="900">
                <a:solidFill>
                  <a:schemeClr val="accent1"/>
                </a:solidFill>
                <a:latin typeface="Pretendard Bold"/>
                <a:ea typeface="Pretendard Bold"/>
                <a:cs typeface="Pretendard Bold"/>
                <a:sym typeface="Pretendard Bold"/>
              </a:defRPr>
            </a:pPr>
            <a:r>
              <a:rPr b="1">
                <a:latin typeface="+mn-lt"/>
                <a:ea typeface="+mn-ea"/>
                <a:cs typeface="+mn-cs"/>
                <a:sym typeface="Helvetica"/>
              </a:rPr>
              <a:t>약 </a:t>
            </a:r>
            <a:r>
              <a:t>1</a:t>
            </a:r>
            <a:r>
              <a:rPr b="1">
                <a:latin typeface="+mn-lt"/>
                <a:ea typeface="+mn-ea"/>
                <a:cs typeface="+mn-cs"/>
                <a:sym typeface="Helvetica"/>
              </a:rPr>
              <a:t>시간</a:t>
            </a:r>
          </a:p>
        </p:txBody>
      </p:sp>
      <p:sp>
        <p:nvSpPr>
          <p:cNvPr id="256" name="Text 11"/>
          <p:cNvSpPr txBox="1"/>
          <p:nvPr/>
        </p:nvSpPr>
        <p:spPr>
          <a:xfrm>
            <a:off x="868680" y="3020060"/>
            <a:ext cx="27432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1"/>
                </a:solidFill>
                <a:latin typeface="Pretendard Bold"/>
                <a:ea typeface="Pretendard Bold"/>
                <a:cs typeface="Pretendard Bold"/>
                <a:sym typeface="Pretendard Bold"/>
              </a:defRPr>
            </a:lvl1pPr>
          </a:lstStyle>
          <a:p>
            <a:pPr/>
            <a:r>
              <a:t>1</a:t>
            </a:r>
          </a:p>
        </p:txBody>
      </p:sp>
      <p:sp>
        <p:nvSpPr>
          <p:cNvPr id="257" name="Text 12"/>
          <p:cNvSpPr txBox="1"/>
          <p:nvPr/>
        </p:nvSpPr>
        <p:spPr>
          <a:xfrm>
            <a:off x="1188719" y="2903981"/>
            <a:ext cx="4544569"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rPr b="1">
                <a:latin typeface="+mn-lt"/>
                <a:ea typeface="+mn-ea"/>
                <a:cs typeface="+mn-cs"/>
                <a:sym typeface="Helvetica"/>
              </a:rPr>
              <a:t>옵시디언 설치 </a:t>
            </a:r>
            <a:r>
              <a:t>· </a:t>
            </a:r>
            <a:r>
              <a:rPr b="1">
                <a:latin typeface="+mn-lt"/>
                <a:ea typeface="+mn-ea"/>
                <a:cs typeface="+mn-cs"/>
                <a:sym typeface="Helvetica"/>
              </a:rPr>
              <a:t>준비물 받기</a:t>
            </a:r>
          </a:p>
        </p:txBody>
      </p:sp>
      <p:sp>
        <p:nvSpPr>
          <p:cNvPr id="258" name="Text 13"/>
          <p:cNvSpPr txBox="1"/>
          <p:nvPr/>
        </p:nvSpPr>
        <p:spPr>
          <a:xfrm>
            <a:off x="1188719" y="3156204"/>
            <a:ext cx="4544569"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6E6E73"/>
                </a:solidFill>
              </a:defRPr>
            </a:lvl1pPr>
          </a:lstStyle>
          <a:p>
            <a:pPr/>
            <a:r>
              <a:t>ONBOARDING §2</a:t>
            </a:r>
          </a:p>
        </p:txBody>
      </p:sp>
      <p:sp>
        <p:nvSpPr>
          <p:cNvPr id="259" name="Text 14"/>
          <p:cNvSpPr txBox="1"/>
          <p:nvPr/>
        </p:nvSpPr>
        <p:spPr>
          <a:xfrm>
            <a:off x="868680" y="3541267"/>
            <a:ext cx="27432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1"/>
                </a:solidFill>
                <a:latin typeface="Pretendard Bold"/>
                <a:ea typeface="Pretendard Bold"/>
                <a:cs typeface="Pretendard Bold"/>
                <a:sym typeface="Pretendard Bold"/>
              </a:defRPr>
            </a:lvl1pPr>
          </a:lstStyle>
          <a:p>
            <a:pPr/>
            <a:r>
              <a:t>2</a:t>
            </a:r>
          </a:p>
        </p:txBody>
      </p:sp>
      <p:sp>
        <p:nvSpPr>
          <p:cNvPr id="260" name="Text 15"/>
          <p:cNvSpPr txBox="1"/>
          <p:nvPr/>
        </p:nvSpPr>
        <p:spPr>
          <a:xfrm>
            <a:off x="1188719" y="3425189"/>
            <a:ext cx="4544569"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t>SSH </a:t>
            </a:r>
            <a:r>
              <a:rPr b="1">
                <a:latin typeface="+mn-lt"/>
                <a:ea typeface="+mn-ea"/>
                <a:cs typeface="+mn-cs"/>
                <a:sym typeface="Helvetica"/>
              </a:rPr>
              <a:t>키 만들기 </a:t>
            </a:r>
            <a:r>
              <a:t>→ </a:t>
            </a:r>
            <a:r>
              <a:rPr b="1">
                <a:latin typeface="+mn-lt"/>
                <a:ea typeface="+mn-ea"/>
                <a:cs typeface="+mn-cs"/>
                <a:sym typeface="Helvetica"/>
              </a:rPr>
              <a:t>공용 </a:t>
            </a:r>
            <a:r>
              <a:t>GitHub </a:t>
            </a:r>
            <a:r>
              <a:rPr b="1">
                <a:latin typeface="+mn-lt"/>
                <a:ea typeface="+mn-ea"/>
                <a:cs typeface="+mn-cs"/>
                <a:sym typeface="Helvetica"/>
              </a:rPr>
              <a:t>계정에 등록</a:t>
            </a:r>
          </a:p>
        </p:txBody>
      </p:sp>
      <p:sp>
        <p:nvSpPr>
          <p:cNvPr id="261" name="Text 16"/>
          <p:cNvSpPr txBox="1"/>
          <p:nvPr/>
        </p:nvSpPr>
        <p:spPr>
          <a:xfrm>
            <a:off x="1188719" y="3672965"/>
            <a:ext cx="4544569" cy="16129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000">
                <a:solidFill>
                  <a:srgbClr val="6E6E73"/>
                </a:solidFill>
              </a:defRPr>
            </a:pPr>
            <a:r>
              <a:t>§3-1 · §3-2 — </a:t>
            </a:r>
            <a:r>
              <a:rPr>
                <a:latin typeface="+mn-lt"/>
                <a:ea typeface="+mn-ea"/>
                <a:cs typeface="+mn-cs"/>
                <a:sym typeface="Helvetica"/>
              </a:rPr>
              <a:t>맥마다 새로 만들어요</a:t>
            </a:r>
          </a:p>
        </p:txBody>
      </p:sp>
      <p:sp>
        <p:nvSpPr>
          <p:cNvPr id="262" name="Text 17"/>
          <p:cNvSpPr txBox="1"/>
          <p:nvPr/>
        </p:nvSpPr>
        <p:spPr>
          <a:xfrm>
            <a:off x="868680" y="4062476"/>
            <a:ext cx="27432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1"/>
                </a:solidFill>
                <a:latin typeface="Pretendard Bold"/>
                <a:ea typeface="Pretendard Bold"/>
                <a:cs typeface="Pretendard Bold"/>
                <a:sym typeface="Pretendard Bold"/>
              </a:defRPr>
            </a:lvl1pPr>
          </a:lstStyle>
          <a:p>
            <a:pPr/>
            <a:r>
              <a:t>3</a:t>
            </a:r>
          </a:p>
        </p:txBody>
      </p:sp>
      <p:sp>
        <p:nvSpPr>
          <p:cNvPr id="263" name="Text 18"/>
          <p:cNvSpPr txBox="1"/>
          <p:nvPr/>
        </p:nvSpPr>
        <p:spPr>
          <a:xfrm>
            <a:off x="1188719" y="3946397"/>
            <a:ext cx="4544569"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rPr b="1">
                <a:latin typeface="+mn-lt"/>
                <a:ea typeface="+mn-ea"/>
                <a:cs typeface="+mn-cs"/>
                <a:sym typeface="Helvetica"/>
              </a:rPr>
              <a:t>저장소 </a:t>
            </a:r>
            <a:r>
              <a:t>6</a:t>
            </a:r>
            <a:r>
              <a:rPr b="1">
                <a:latin typeface="+mn-lt"/>
                <a:ea typeface="+mn-ea"/>
                <a:cs typeface="+mn-cs"/>
                <a:sym typeface="Helvetica"/>
              </a:rPr>
              <a:t>개 받기</a:t>
            </a:r>
          </a:p>
        </p:txBody>
      </p:sp>
      <p:sp>
        <p:nvSpPr>
          <p:cNvPr id="264" name="Text 19"/>
          <p:cNvSpPr txBox="1"/>
          <p:nvPr/>
        </p:nvSpPr>
        <p:spPr>
          <a:xfrm>
            <a:off x="1188719" y="4194173"/>
            <a:ext cx="4544569" cy="16129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000">
                <a:solidFill>
                  <a:srgbClr val="6E6E73"/>
                </a:solidFill>
              </a:defRPr>
            </a:pPr>
            <a:r>
              <a:t>§3-3 — </a:t>
            </a:r>
            <a:r>
              <a:rPr>
                <a:latin typeface="+mn-lt"/>
                <a:ea typeface="+mn-ea"/>
                <a:cs typeface="+mn-cs"/>
                <a:sym typeface="Helvetica"/>
              </a:rPr>
              <a:t>꼭 </a:t>
            </a:r>
            <a:r>
              <a:t>~/Documents/GitHub/design </a:t>
            </a:r>
            <a:r>
              <a:rPr>
                <a:latin typeface="+mn-lt"/>
                <a:ea typeface="+mn-ea"/>
                <a:cs typeface="+mn-cs"/>
                <a:sym typeface="Helvetica"/>
              </a:rPr>
              <a:t>안에</a:t>
            </a:r>
          </a:p>
        </p:txBody>
      </p:sp>
      <p:sp>
        <p:nvSpPr>
          <p:cNvPr id="265" name="Text 20"/>
          <p:cNvSpPr txBox="1"/>
          <p:nvPr/>
        </p:nvSpPr>
        <p:spPr>
          <a:xfrm>
            <a:off x="868680" y="4583684"/>
            <a:ext cx="27432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1"/>
                </a:solidFill>
                <a:latin typeface="Pretendard Bold"/>
                <a:ea typeface="Pretendard Bold"/>
                <a:cs typeface="Pretendard Bold"/>
                <a:sym typeface="Pretendard Bold"/>
              </a:defRPr>
            </a:lvl1pPr>
          </a:lstStyle>
          <a:p>
            <a:pPr/>
            <a:r>
              <a:t>4</a:t>
            </a:r>
          </a:p>
        </p:txBody>
      </p:sp>
      <p:sp>
        <p:nvSpPr>
          <p:cNvPr id="266" name="Text 21"/>
          <p:cNvSpPr txBox="1"/>
          <p:nvPr/>
        </p:nvSpPr>
        <p:spPr>
          <a:xfrm>
            <a:off x="1188719" y="4467605"/>
            <a:ext cx="4544569"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rPr b="1">
                <a:latin typeface="+mn-lt"/>
                <a:ea typeface="+mn-ea"/>
                <a:cs typeface="+mn-cs"/>
                <a:sym typeface="Helvetica"/>
              </a:rPr>
              <a:t>옵시디언에서 볼트 </a:t>
            </a:r>
            <a:r>
              <a:t>6</a:t>
            </a:r>
            <a:r>
              <a:rPr b="1">
                <a:latin typeface="+mn-lt"/>
                <a:ea typeface="+mn-ea"/>
                <a:cs typeface="+mn-cs"/>
                <a:sym typeface="Helvetica"/>
              </a:rPr>
              <a:t>개 열기 </a:t>
            </a:r>
            <a:r>
              <a:t>· obsidian-git </a:t>
            </a:r>
            <a:r>
              <a:rPr b="1">
                <a:latin typeface="+mn-lt"/>
                <a:ea typeface="+mn-ea"/>
                <a:cs typeface="+mn-cs"/>
                <a:sym typeface="Helvetica"/>
              </a:rPr>
              <a:t>설정</a:t>
            </a:r>
          </a:p>
        </p:txBody>
      </p:sp>
      <p:sp>
        <p:nvSpPr>
          <p:cNvPr id="267" name="Text 22"/>
          <p:cNvSpPr txBox="1"/>
          <p:nvPr/>
        </p:nvSpPr>
        <p:spPr>
          <a:xfrm>
            <a:off x="1188719" y="4719828"/>
            <a:ext cx="4544569"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6E6E73"/>
                </a:solidFill>
              </a:defRPr>
            </a:lvl1pPr>
          </a:lstStyle>
          <a:p>
            <a:pPr/>
            <a:r>
              <a:t>§3-4 · §3-5</a:t>
            </a:r>
          </a:p>
        </p:txBody>
      </p:sp>
      <p:sp>
        <p:nvSpPr>
          <p:cNvPr id="268" name="Text 23"/>
          <p:cNvSpPr txBox="1"/>
          <p:nvPr/>
        </p:nvSpPr>
        <p:spPr>
          <a:xfrm>
            <a:off x="868680" y="5104891"/>
            <a:ext cx="27432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1"/>
                </a:solidFill>
                <a:latin typeface="Pretendard Bold"/>
                <a:ea typeface="Pretendard Bold"/>
                <a:cs typeface="Pretendard Bold"/>
                <a:sym typeface="Pretendard Bold"/>
              </a:defRPr>
            </a:lvl1pPr>
          </a:lstStyle>
          <a:p>
            <a:pPr/>
            <a:r>
              <a:t>5</a:t>
            </a:r>
          </a:p>
        </p:txBody>
      </p:sp>
      <p:sp>
        <p:nvSpPr>
          <p:cNvPr id="269" name="Text 24"/>
          <p:cNvSpPr txBox="1"/>
          <p:nvPr/>
        </p:nvSpPr>
        <p:spPr>
          <a:xfrm>
            <a:off x="1188719" y="4995163"/>
            <a:ext cx="454456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1"/>
                </a:solidFill>
                <a:latin typeface="Pretendard Bold"/>
                <a:ea typeface="Pretendard Bold"/>
                <a:cs typeface="Pretendard Bold"/>
                <a:sym typeface="Pretendard Bold"/>
              </a:defRPr>
            </a:lvl1pPr>
          </a:lstStyle>
          <a:p>
            <a:pPr/>
            <a:r>
              <a:t>STEP 1~9</a:t>
            </a:r>
          </a:p>
        </p:txBody>
      </p:sp>
      <p:sp>
        <p:nvSpPr>
          <p:cNvPr id="270" name="Text 25"/>
          <p:cNvSpPr txBox="1"/>
          <p:nvPr/>
        </p:nvSpPr>
        <p:spPr>
          <a:xfrm>
            <a:off x="1188719" y="5236589"/>
            <a:ext cx="4544569" cy="16129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000">
                <a:solidFill>
                  <a:srgbClr val="6E6E73"/>
                </a:solidFill>
              </a:defRPr>
            </a:pPr>
            <a:r>
              <a:t>Claude </a:t>
            </a:r>
            <a:r>
              <a:rPr>
                <a:latin typeface="+mn-lt"/>
                <a:ea typeface="+mn-ea"/>
                <a:cs typeface="+mn-cs"/>
                <a:sym typeface="Helvetica"/>
              </a:rPr>
              <a:t>셋업 </a:t>
            </a:r>
            <a:r>
              <a:t>— </a:t>
            </a:r>
            <a:r>
              <a:rPr>
                <a:latin typeface="+mn-lt"/>
                <a:ea typeface="+mn-ea"/>
                <a:cs typeface="+mn-cs"/>
                <a:sym typeface="Helvetica"/>
              </a:rPr>
              <a:t>다음 장부터</a:t>
            </a:r>
          </a:p>
        </p:txBody>
      </p:sp>
      <p:sp>
        <p:nvSpPr>
          <p:cNvPr id="271" name="path-card"/>
          <p:cNvSpPr/>
          <p:nvPr/>
        </p:nvSpPr>
        <p:spPr>
          <a:xfrm>
            <a:off x="6231635" y="1874520"/>
            <a:ext cx="5413249" cy="3657601"/>
          </a:xfrm>
          <a:prstGeom prst="roundRect">
            <a:avLst>
              <a:gd name="adj" fmla="val 3000"/>
            </a:avLst>
          </a:prstGeom>
          <a:solidFill>
            <a:schemeClr val="accent3">
              <a:alpha val="8000"/>
            </a:schemeClr>
          </a:solidFill>
          <a:ln w="12700">
            <a:miter lim="400000"/>
          </a:ln>
        </p:spPr>
        <p:txBody>
          <a:bodyPr lIns="45719" rIns="45719"/>
          <a:lstStyle/>
          <a:p>
            <a:pPr/>
          </a:p>
        </p:txBody>
      </p:sp>
      <p:sp>
        <p:nvSpPr>
          <p:cNvPr id="272" name="num"/>
          <p:cNvSpPr/>
          <p:nvPr/>
        </p:nvSpPr>
        <p:spPr>
          <a:xfrm>
            <a:off x="6505956" y="2103120"/>
            <a:ext cx="502921" cy="502921"/>
          </a:xfrm>
          <a:prstGeom prst="ellipse">
            <a:avLst/>
          </a:prstGeom>
          <a:solidFill>
            <a:schemeClr val="accent3"/>
          </a:solidFill>
          <a:ln w="12700">
            <a:miter lim="400000"/>
          </a:ln>
        </p:spPr>
        <p:txBody>
          <a:bodyPr lIns="45719" rIns="45719"/>
          <a:lstStyle/>
          <a:p>
            <a:pPr/>
          </a:p>
        </p:txBody>
      </p:sp>
      <p:sp>
        <p:nvSpPr>
          <p:cNvPr id="273" name="Text 28"/>
          <p:cNvSpPr txBox="1"/>
          <p:nvPr/>
        </p:nvSpPr>
        <p:spPr>
          <a:xfrm>
            <a:off x="6505956" y="2240279"/>
            <a:ext cx="502920"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500">
                <a:solidFill>
                  <a:schemeClr val="accent2">
                    <a:hueOff val="-15247060"/>
                    <a:satOff val="-68000"/>
                    <a:lumOff val="4901"/>
                  </a:schemeClr>
                </a:solidFill>
                <a:latin typeface="Pretendard Bold"/>
                <a:ea typeface="Pretendard Bold"/>
                <a:cs typeface="Pretendard Bold"/>
                <a:sym typeface="Pretendard Bold"/>
              </a:defRPr>
            </a:lvl1pPr>
          </a:lstStyle>
          <a:p>
            <a:pPr/>
            <a:r>
              <a:t>B</a:t>
            </a:r>
          </a:p>
        </p:txBody>
      </p:sp>
      <p:sp>
        <p:nvSpPr>
          <p:cNvPr id="274" name="Text 29"/>
          <p:cNvSpPr txBox="1"/>
          <p:nvPr/>
        </p:nvSpPr>
        <p:spPr>
          <a:xfrm>
            <a:off x="7146035" y="2112515"/>
            <a:ext cx="3218689" cy="25552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600">
                <a:latin typeface="Pretendard Bold"/>
                <a:ea typeface="Pretendard Bold"/>
                <a:cs typeface="Pretendard Bold"/>
                <a:sym typeface="Pretendard Bold"/>
              </a:defRPr>
            </a:pPr>
            <a:r>
              <a:rPr b="1">
                <a:latin typeface="+mn-lt"/>
                <a:ea typeface="+mn-ea"/>
                <a:cs typeface="+mn-cs"/>
                <a:sym typeface="Helvetica"/>
              </a:rPr>
              <a:t>볼트 </a:t>
            </a:r>
            <a:r>
              <a:t>6</a:t>
            </a:r>
            <a:r>
              <a:rPr b="1">
                <a:latin typeface="+mn-lt"/>
                <a:ea typeface="+mn-ea"/>
                <a:cs typeface="+mn-cs"/>
                <a:sym typeface="Helvetica"/>
              </a:rPr>
              <a:t>개가 이미 이 맥에 있다</a:t>
            </a:r>
          </a:p>
        </p:txBody>
      </p:sp>
      <p:sp>
        <p:nvSpPr>
          <p:cNvPr id="275" name="Text 30"/>
          <p:cNvSpPr txBox="1"/>
          <p:nvPr/>
        </p:nvSpPr>
        <p:spPr>
          <a:xfrm>
            <a:off x="7146035" y="2454591"/>
            <a:ext cx="4224530"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6E6E73"/>
                </a:solidFill>
              </a:defRPr>
            </a:pPr>
            <a:r>
              <a:rPr>
                <a:latin typeface="+mn-lt"/>
                <a:ea typeface="+mn-ea"/>
                <a:cs typeface="+mn-cs"/>
                <a:sym typeface="Helvetica"/>
              </a:rPr>
              <a:t>같은 </a:t>
            </a:r>
            <a:r>
              <a:t>GitHub </a:t>
            </a:r>
            <a:r>
              <a:rPr>
                <a:latin typeface="+mn-lt"/>
                <a:ea typeface="+mn-ea"/>
                <a:cs typeface="+mn-cs"/>
                <a:sym typeface="Helvetica"/>
              </a:rPr>
              <a:t>계정으로 볼트를 쓰고 있는 맥</a:t>
            </a:r>
          </a:p>
        </p:txBody>
      </p:sp>
      <p:sp>
        <p:nvSpPr>
          <p:cNvPr id="276" name="pill-bg"/>
          <p:cNvSpPr/>
          <p:nvPr/>
        </p:nvSpPr>
        <p:spPr>
          <a:xfrm>
            <a:off x="10410443" y="2121407"/>
            <a:ext cx="960121" cy="256033"/>
          </a:xfrm>
          <a:prstGeom prst="roundRect">
            <a:avLst>
              <a:gd name="adj" fmla="val 50000"/>
            </a:avLst>
          </a:prstGeom>
          <a:solidFill>
            <a:schemeClr val="accent3">
              <a:alpha val="14000"/>
            </a:schemeClr>
          </a:solidFill>
          <a:ln w="12700">
            <a:miter lim="400000"/>
          </a:ln>
        </p:spPr>
        <p:txBody>
          <a:bodyPr lIns="45719" rIns="45719"/>
          <a:lstStyle/>
          <a:p>
            <a:pPr/>
          </a:p>
        </p:txBody>
      </p:sp>
      <p:sp>
        <p:nvSpPr>
          <p:cNvPr id="277" name="pill"/>
          <p:cNvSpPr txBox="1"/>
          <p:nvPr/>
        </p:nvSpPr>
        <p:spPr>
          <a:xfrm>
            <a:off x="10410443" y="2175572"/>
            <a:ext cx="960121" cy="14770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sz="900">
                <a:solidFill>
                  <a:schemeClr val="accent3"/>
                </a:solidFill>
                <a:latin typeface="Pretendard Bold"/>
                <a:ea typeface="Pretendard Bold"/>
                <a:cs typeface="Pretendard Bold"/>
                <a:sym typeface="Pretendard Bold"/>
              </a:defRPr>
            </a:pPr>
            <a:r>
              <a:rPr b="1">
                <a:latin typeface="+mn-lt"/>
                <a:ea typeface="+mn-ea"/>
                <a:cs typeface="+mn-cs"/>
                <a:sym typeface="Helvetica"/>
              </a:rPr>
              <a:t>약 </a:t>
            </a:r>
            <a:r>
              <a:t>30</a:t>
            </a:r>
            <a:r>
              <a:rPr b="1">
                <a:latin typeface="+mn-lt"/>
                <a:ea typeface="+mn-ea"/>
                <a:cs typeface="+mn-cs"/>
                <a:sym typeface="Helvetica"/>
              </a:rPr>
              <a:t>분</a:t>
            </a:r>
          </a:p>
        </p:txBody>
      </p:sp>
      <p:sp>
        <p:nvSpPr>
          <p:cNvPr id="278" name="Text 33"/>
          <p:cNvSpPr txBox="1"/>
          <p:nvPr/>
        </p:nvSpPr>
        <p:spPr>
          <a:xfrm>
            <a:off x="6551676" y="3020060"/>
            <a:ext cx="27432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3"/>
                </a:solidFill>
                <a:latin typeface="Pretendard Bold"/>
                <a:ea typeface="Pretendard Bold"/>
                <a:cs typeface="Pretendard Bold"/>
                <a:sym typeface="Pretendard Bold"/>
              </a:defRPr>
            </a:lvl1pPr>
          </a:lstStyle>
          <a:p>
            <a:pPr/>
            <a:r>
              <a:t>1</a:t>
            </a:r>
          </a:p>
        </p:txBody>
      </p:sp>
      <p:sp>
        <p:nvSpPr>
          <p:cNvPr id="279" name="Text 34"/>
          <p:cNvSpPr txBox="1"/>
          <p:nvPr/>
        </p:nvSpPr>
        <p:spPr>
          <a:xfrm>
            <a:off x="6871716" y="2903981"/>
            <a:ext cx="4544569"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볼트 위치 확인</a:t>
            </a:r>
          </a:p>
        </p:txBody>
      </p:sp>
      <p:sp>
        <p:nvSpPr>
          <p:cNvPr id="280" name="Text 35"/>
          <p:cNvSpPr txBox="1"/>
          <p:nvPr/>
        </p:nvSpPr>
        <p:spPr>
          <a:xfrm>
            <a:off x="6871716" y="3162554"/>
            <a:ext cx="4544569"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rgbClr val="6E6E73"/>
                </a:solidFill>
                <a:latin typeface="Menlo Regular"/>
                <a:ea typeface="Menlo Regular"/>
                <a:cs typeface="Menlo Regular"/>
                <a:sym typeface="Menlo Regular"/>
              </a:defRPr>
            </a:lvl1pPr>
          </a:lstStyle>
          <a:p>
            <a:pPr/>
            <a:r>
              <a:t>ls ~/Documents/GitHub/design → 폴더 5개 + 허브 파일</a:t>
            </a:r>
          </a:p>
        </p:txBody>
      </p:sp>
      <p:sp>
        <p:nvSpPr>
          <p:cNvPr id="281" name="Text 36"/>
          <p:cNvSpPr txBox="1"/>
          <p:nvPr/>
        </p:nvSpPr>
        <p:spPr>
          <a:xfrm>
            <a:off x="6551676" y="3541267"/>
            <a:ext cx="27432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3"/>
                </a:solidFill>
                <a:latin typeface="Pretendard Bold"/>
                <a:ea typeface="Pretendard Bold"/>
                <a:cs typeface="Pretendard Bold"/>
                <a:sym typeface="Pretendard Bold"/>
              </a:defRPr>
            </a:lvl1pPr>
          </a:lstStyle>
          <a:p>
            <a:pPr/>
            <a:r>
              <a:t>2</a:t>
            </a:r>
          </a:p>
        </p:txBody>
      </p:sp>
      <p:sp>
        <p:nvSpPr>
          <p:cNvPr id="282" name="Text 37"/>
          <p:cNvSpPr txBox="1"/>
          <p:nvPr/>
        </p:nvSpPr>
        <p:spPr>
          <a:xfrm>
            <a:off x="6871716" y="3425189"/>
            <a:ext cx="4544569"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허브부터 최신으로 받기</a:t>
            </a:r>
          </a:p>
        </p:txBody>
      </p:sp>
      <p:sp>
        <p:nvSpPr>
          <p:cNvPr id="283" name="Text 38"/>
          <p:cNvSpPr txBox="1"/>
          <p:nvPr/>
        </p:nvSpPr>
        <p:spPr>
          <a:xfrm>
            <a:off x="6871716" y="3690111"/>
            <a:ext cx="4544569"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rgbClr val="6E6E73"/>
                </a:solidFill>
                <a:latin typeface="Menlo Regular"/>
                <a:ea typeface="Menlo Regular"/>
                <a:cs typeface="Menlo Regular"/>
                <a:sym typeface="Menlo Regular"/>
              </a:defRPr>
            </a:lvl1pPr>
          </a:lstStyle>
          <a:p>
            <a:pPr/>
            <a:r>
              <a:t>cd ~/Documents/GitHub/design &amp;&amp; git pull</a:t>
            </a:r>
          </a:p>
        </p:txBody>
      </p:sp>
      <p:sp>
        <p:nvSpPr>
          <p:cNvPr id="284" name="Text 39"/>
          <p:cNvSpPr txBox="1"/>
          <p:nvPr/>
        </p:nvSpPr>
        <p:spPr>
          <a:xfrm>
            <a:off x="6551676" y="4062476"/>
            <a:ext cx="27432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3"/>
                </a:solidFill>
                <a:latin typeface="Pretendard Bold"/>
                <a:ea typeface="Pretendard Bold"/>
                <a:cs typeface="Pretendard Bold"/>
                <a:sym typeface="Pretendard Bold"/>
              </a:defRPr>
            </a:lvl1pPr>
          </a:lstStyle>
          <a:p>
            <a:pPr/>
            <a:r>
              <a:t>3</a:t>
            </a:r>
          </a:p>
        </p:txBody>
      </p:sp>
      <p:sp>
        <p:nvSpPr>
          <p:cNvPr id="285" name="Text 40"/>
          <p:cNvSpPr txBox="1"/>
          <p:nvPr/>
        </p:nvSpPr>
        <p:spPr>
          <a:xfrm>
            <a:off x="6871716" y="3946397"/>
            <a:ext cx="4544569"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latin typeface="Pretendard Bold"/>
                <a:ea typeface="Pretendard Bold"/>
                <a:cs typeface="Pretendard Bold"/>
                <a:sym typeface="Pretendard Bold"/>
              </a:defRPr>
            </a:pPr>
            <a:r>
              <a:rPr b="1">
                <a:latin typeface="+mn-lt"/>
                <a:ea typeface="+mn-ea"/>
                <a:cs typeface="+mn-cs"/>
                <a:sym typeface="Helvetica"/>
              </a:rPr>
              <a:t>나머지 </a:t>
            </a:r>
            <a:r>
              <a:t>5</a:t>
            </a:r>
            <a:r>
              <a:rPr b="1">
                <a:latin typeface="+mn-lt"/>
                <a:ea typeface="+mn-ea"/>
                <a:cs typeface="+mn-cs"/>
                <a:sym typeface="Helvetica"/>
              </a:rPr>
              <a:t>개도 한 번에 받기</a:t>
            </a:r>
          </a:p>
        </p:txBody>
      </p:sp>
      <p:sp>
        <p:nvSpPr>
          <p:cNvPr id="286" name="Text 41"/>
          <p:cNvSpPr txBox="1"/>
          <p:nvPr/>
        </p:nvSpPr>
        <p:spPr>
          <a:xfrm>
            <a:off x="6871716" y="4204970"/>
            <a:ext cx="4544569"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rgbClr val="6E6E73"/>
                </a:solidFill>
                <a:latin typeface="Menlo Regular"/>
                <a:ea typeface="Menlo Regular"/>
                <a:cs typeface="Menlo Regular"/>
                <a:sym typeface="Menlo Regular"/>
              </a:defRPr>
            </a:lvl1pPr>
          </a:lstStyle>
          <a:p>
            <a:pPr/>
            <a:r>
              <a:t>bash tools/cdbd-sync.sh → 「전부 최신」</a:t>
            </a:r>
          </a:p>
        </p:txBody>
      </p:sp>
      <p:sp>
        <p:nvSpPr>
          <p:cNvPr id="287" name="Text 42"/>
          <p:cNvSpPr txBox="1"/>
          <p:nvPr/>
        </p:nvSpPr>
        <p:spPr>
          <a:xfrm>
            <a:off x="6551676" y="4583684"/>
            <a:ext cx="27432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3"/>
                </a:solidFill>
                <a:latin typeface="Pretendard Bold"/>
                <a:ea typeface="Pretendard Bold"/>
                <a:cs typeface="Pretendard Bold"/>
                <a:sym typeface="Pretendard Bold"/>
              </a:defRPr>
            </a:lvl1pPr>
          </a:lstStyle>
          <a:p>
            <a:pPr/>
            <a:r>
              <a:t>4</a:t>
            </a:r>
          </a:p>
        </p:txBody>
      </p:sp>
      <p:sp>
        <p:nvSpPr>
          <p:cNvPr id="288" name="Text 43"/>
          <p:cNvSpPr txBox="1"/>
          <p:nvPr/>
        </p:nvSpPr>
        <p:spPr>
          <a:xfrm>
            <a:off x="6871716" y="4473955"/>
            <a:ext cx="454456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3"/>
                </a:solidFill>
                <a:latin typeface="Pretendard Bold"/>
                <a:ea typeface="Pretendard Bold"/>
                <a:cs typeface="Pretendard Bold"/>
                <a:sym typeface="Pretendard Bold"/>
              </a:defRPr>
            </a:lvl1pPr>
          </a:lstStyle>
          <a:p>
            <a:pPr/>
            <a:r>
              <a:t>STEP 1~9</a:t>
            </a:r>
          </a:p>
        </p:txBody>
      </p:sp>
      <p:sp>
        <p:nvSpPr>
          <p:cNvPr id="289" name="Text 44"/>
          <p:cNvSpPr txBox="1"/>
          <p:nvPr/>
        </p:nvSpPr>
        <p:spPr>
          <a:xfrm>
            <a:off x="6871716" y="4715381"/>
            <a:ext cx="4544569" cy="16129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이미 깔린 건 확인만 하고 넘어가도 돼요</a:t>
            </a:r>
          </a:p>
        </p:txBody>
      </p:sp>
      <p:sp>
        <p:nvSpPr>
          <p:cNvPr id="290" name="box-no"/>
          <p:cNvSpPr/>
          <p:nvPr/>
        </p:nvSpPr>
        <p:spPr>
          <a:xfrm>
            <a:off x="548640" y="5669279"/>
            <a:ext cx="11091672" cy="457201"/>
          </a:xfrm>
          <a:prstGeom prst="roundRect">
            <a:avLst>
              <a:gd name="adj" fmla="val 20000"/>
            </a:avLst>
          </a:prstGeom>
          <a:solidFill>
            <a:srgbClr val="F5F5F7"/>
          </a:solidFill>
          <a:ln w="12700">
            <a:miter lim="400000"/>
          </a:ln>
        </p:spPr>
        <p:txBody>
          <a:bodyPr lIns="45719" rIns="45719"/>
          <a:lstStyle/>
          <a:p>
            <a:pPr/>
          </a:p>
        </p:txBody>
      </p:sp>
      <p:sp>
        <p:nvSpPr>
          <p:cNvPr id="291" name="Text 47"/>
          <p:cNvSpPr txBox="1"/>
          <p:nvPr/>
        </p:nvSpPr>
        <p:spPr>
          <a:xfrm>
            <a:off x="777239" y="5810848"/>
            <a:ext cx="10698482" cy="17406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latin typeface="Pretendard Bold"/>
                <a:ea typeface="Pretendard Bold"/>
                <a:cs typeface="Pretendard Bold"/>
                <a:sym typeface="Pretendard Bold"/>
              </a:defRPr>
            </a:pPr>
            <a:r>
              <a:rPr b="1">
                <a:latin typeface="+mn-lt"/>
                <a:ea typeface="+mn-ea"/>
                <a:cs typeface="+mn-cs"/>
                <a:sym typeface="Helvetica"/>
              </a:rPr>
              <a:t>어느</a:t>
            </a:r>
            <a:r>
              <a:t> </a:t>
            </a:r>
            <a:r>
              <a:rPr b="1">
                <a:latin typeface="+mn-lt"/>
                <a:ea typeface="+mn-ea"/>
                <a:cs typeface="+mn-cs"/>
                <a:sym typeface="Helvetica"/>
              </a:rPr>
              <a:t>쪽인지</a:t>
            </a:r>
            <a:r>
              <a:t> </a:t>
            </a:r>
            <a:r>
              <a:rPr b="1">
                <a:latin typeface="+mn-lt"/>
                <a:ea typeface="+mn-ea"/>
                <a:cs typeface="+mn-cs"/>
                <a:sym typeface="Helvetica"/>
              </a:rPr>
              <a:t>모르겠다면</a:t>
            </a:r>
            <a:r>
              <a:rPr>
                <a:solidFill>
                  <a:srgbClr val="6E6E73"/>
                </a:solidFill>
                <a:latin typeface="+mj-lt"/>
                <a:ea typeface="+mj-ea"/>
                <a:cs typeface="+mj-cs"/>
                <a:sym typeface="Pretendard Regular"/>
              </a:rPr>
              <a:t>  </a:t>
            </a:r>
            <a:r>
              <a:rPr>
                <a:solidFill>
                  <a:srgbClr val="6E6E73"/>
                </a:solidFill>
                <a:latin typeface="+mn-lt"/>
                <a:ea typeface="+mn-ea"/>
                <a:cs typeface="+mn-cs"/>
                <a:sym typeface="Helvetica"/>
              </a:rPr>
              <a:t>터미널에</a:t>
            </a:r>
            <a:r>
              <a:rPr>
                <a:solidFill>
                  <a:srgbClr val="6E6E73"/>
                </a:solidFill>
                <a:latin typeface="+mj-lt"/>
                <a:ea typeface="+mj-ea"/>
                <a:cs typeface="+mj-cs"/>
                <a:sym typeface="Pretendard Regular"/>
              </a:rPr>
              <a:t> </a:t>
            </a:r>
            <a:r>
              <a:rPr>
                <a:latin typeface="Menlo Regular"/>
                <a:ea typeface="Menlo Regular"/>
                <a:cs typeface="Menlo Regular"/>
                <a:sym typeface="Menlo Regular"/>
              </a:rPr>
              <a:t>ssh -T git@github.com</a:t>
            </a:r>
            <a:r>
              <a:rPr>
                <a:solidFill>
                  <a:srgbClr val="6E6E73"/>
                </a:solidFill>
                <a:latin typeface="+mj-lt"/>
                <a:ea typeface="+mj-ea"/>
                <a:cs typeface="+mj-cs"/>
                <a:sym typeface="Pretendard Regular"/>
              </a:rPr>
              <a:t>  →  </a:t>
            </a:r>
            <a:r>
              <a:rPr>
                <a:solidFill>
                  <a:srgbClr val="6E6E73"/>
                </a:solidFill>
                <a:latin typeface="+mn-lt"/>
                <a:ea typeface="+mn-ea"/>
                <a:cs typeface="+mn-cs"/>
                <a:sym typeface="Helvetica"/>
              </a:rPr>
              <a:t>「</a:t>
            </a:r>
            <a:r>
              <a:rPr>
                <a:solidFill>
                  <a:srgbClr val="6E6E73"/>
                </a:solidFill>
                <a:latin typeface="+mj-lt"/>
                <a:ea typeface="+mj-ea"/>
                <a:cs typeface="+mj-cs"/>
                <a:sym typeface="Pretendard Regular"/>
              </a:rPr>
              <a:t>successfully authenticated</a:t>
            </a:r>
            <a:r>
              <a:rPr>
                <a:solidFill>
                  <a:srgbClr val="6E6E73"/>
                </a:solidFill>
                <a:latin typeface="+mn-lt"/>
                <a:ea typeface="+mn-ea"/>
                <a:cs typeface="+mn-cs"/>
                <a:sym typeface="Helvetica"/>
              </a:rPr>
              <a:t>」면</a:t>
            </a:r>
            <a:r>
              <a:rPr>
                <a:solidFill>
                  <a:srgbClr val="6E6E73"/>
                </a:solidFill>
                <a:latin typeface="+mj-lt"/>
                <a:ea typeface="+mj-ea"/>
                <a:cs typeface="+mj-cs"/>
                <a:sym typeface="Pretendard Regular"/>
              </a:rPr>
              <a:t> GitHub </a:t>
            </a:r>
            <a:r>
              <a:rPr>
                <a:solidFill>
                  <a:srgbClr val="6E6E73"/>
                </a:solidFill>
                <a:latin typeface="+mn-lt"/>
                <a:ea typeface="+mn-ea"/>
                <a:cs typeface="+mn-cs"/>
                <a:sym typeface="Helvetica"/>
              </a:rPr>
              <a:t>연결</a:t>
            </a:r>
            <a:r>
              <a:rPr>
                <a:solidFill>
                  <a:srgbClr val="6E6E73"/>
                </a:solidFill>
                <a:latin typeface="+mj-lt"/>
                <a:ea typeface="+mj-ea"/>
                <a:cs typeface="+mj-cs"/>
                <a:sym typeface="Pretendard Regular"/>
              </a:rPr>
              <a:t> </a:t>
            </a:r>
            <a:r>
              <a:rPr>
                <a:solidFill>
                  <a:srgbClr val="6E6E73"/>
                </a:solidFill>
                <a:latin typeface="+mn-lt"/>
                <a:ea typeface="+mn-ea"/>
                <a:cs typeface="+mn-cs"/>
                <a:sym typeface="Helvetica"/>
              </a:rPr>
              <a:t>완료</a:t>
            </a:r>
            <a:r>
              <a:rPr>
                <a:solidFill>
                  <a:srgbClr val="6E6E73"/>
                </a:solidFill>
                <a:latin typeface="+mj-lt"/>
                <a:ea typeface="+mj-ea"/>
                <a:cs typeface="+mj-cs"/>
                <a:sym typeface="Pretendard Regular"/>
              </a:rPr>
              <a:t> → A-2(SSH </a:t>
            </a:r>
            <a:r>
              <a:rPr>
                <a:solidFill>
                  <a:srgbClr val="6E6E73"/>
                </a:solidFill>
                <a:latin typeface="+mn-lt"/>
                <a:ea typeface="+mn-ea"/>
                <a:cs typeface="+mn-cs"/>
                <a:sym typeface="Helvetica"/>
              </a:rPr>
              <a:t>키</a:t>
            </a:r>
            <a:r>
              <a:rPr>
                <a:solidFill>
                  <a:srgbClr val="6E6E73"/>
                </a:solidFill>
                <a:latin typeface="+mj-lt"/>
                <a:ea typeface="+mj-ea"/>
                <a:cs typeface="+mj-cs"/>
                <a:sym typeface="Pretendard Regular"/>
              </a:rPr>
              <a:t>)</a:t>
            </a:r>
            <a:r>
              <a:rPr>
                <a:solidFill>
                  <a:srgbClr val="6E6E73"/>
                </a:solidFill>
                <a:latin typeface="+mn-lt"/>
                <a:ea typeface="+mn-ea"/>
                <a:cs typeface="+mn-cs"/>
                <a:sym typeface="Helvetica"/>
              </a:rPr>
              <a:t>는</a:t>
            </a:r>
            <a:r>
              <a:rPr>
                <a:solidFill>
                  <a:srgbClr val="6E6E73"/>
                </a:solidFill>
                <a:latin typeface="+mj-lt"/>
                <a:ea typeface="+mj-ea"/>
                <a:cs typeface="+mj-cs"/>
                <a:sym typeface="Pretendard Regular"/>
              </a:rPr>
              <a:t> </a:t>
            </a:r>
            <a:r>
              <a:rPr>
                <a:solidFill>
                  <a:srgbClr val="6E6E73"/>
                </a:solidFill>
                <a:latin typeface="+mn-lt"/>
                <a:ea typeface="+mn-ea"/>
                <a:cs typeface="+mn-cs"/>
                <a:sym typeface="Helvetica"/>
              </a:rPr>
              <a:t>건너뛰고</a:t>
            </a:r>
            <a:r>
              <a:rPr>
                <a:solidFill>
                  <a:srgbClr val="6E6E73"/>
                </a:solidFill>
                <a:latin typeface="+mj-lt"/>
                <a:ea typeface="+mj-ea"/>
                <a:cs typeface="+mj-cs"/>
                <a:sym typeface="Pretendard Regular"/>
              </a:rPr>
              <a:t>, </a:t>
            </a:r>
            <a:r>
              <a:rPr>
                <a:solidFill>
                  <a:srgbClr val="6E6E73"/>
                </a:solidFill>
                <a:latin typeface="+mn-lt"/>
                <a:ea typeface="+mn-ea"/>
                <a:cs typeface="+mn-cs"/>
                <a:sym typeface="Helvetica"/>
              </a:rPr>
              <a:t>볼트가</a:t>
            </a:r>
            <a:r>
              <a:rPr>
                <a:solidFill>
                  <a:srgbClr val="6E6E73"/>
                </a:solidFill>
                <a:latin typeface="+mj-lt"/>
                <a:ea typeface="+mj-ea"/>
                <a:cs typeface="+mj-cs"/>
                <a:sym typeface="Pretendard Regular"/>
              </a:rPr>
              <a:t> </a:t>
            </a:r>
            <a:r>
              <a:rPr>
                <a:solidFill>
                  <a:srgbClr val="6E6E73"/>
                </a:solidFill>
                <a:latin typeface="+mn-lt"/>
                <a:ea typeface="+mn-ea"/>
                <a:cs typeface="+mn-cs"/>
                <a:sym typeface="Helvetica"/>
              </a:rPr>
              <a:t>있는지는</a:t>
            </a:r>
            <a:r>
              <a:rPr>
                <a:solidFill>
                  <a:srgbClr val="6E6E73"/>
                </a:solidFill>
                <a:latin typeface="+mj-lt"/>
                <a:ea typeface="+mj-ea"/>
                <a:cs typeface="+mj-cs"/>
                <a:sym typeface="Pretendard Regular"/>
              </a:rPr>
              <a:t> B-1</a:t>
            </a:r>
            <a:r>
              <a:rPr>
                <a:solidFill>
                  <a:srgbClr val="6E6E73"/>
                </a:solidFill>
                <a:latin typeface="+mn-lt"/>
                <a:ea typeface="+mn-ea"/>
                <a:cs typeface="+mn-cs"/>
                <a:sym typeface="Helvetica"/>
              </a:rPr>
              <a:t>로</a:t>
            </a:r>
            <a:r>
              <a:rPr>
                <a:solidFill>
                  <a:srgbClr val="6E6E73"/>
                </a:solidFill>
                <a:latin typeface="+mj-lt"/>
                <a:ea typeface="+mj-ea"/>
                <a:cs typeface="+mj-cs"/>
                <a:sym typeface="Pretendard Regular"/>
              </a:rPr>
              <a:t> </a:t>
            </a:r>
            <a:r>
              <a:rPr>
                <a:solidFill>
                  <a:srgbClr val="6E6E73"/>
                </a:solidFill>
                <a:latin typeface="+mn-lt"/>
                <a:ea typeface="+mn-ea"/>
                <a:cs typeface="+mn-cs"/>
                <a:sym typeface="Helvetica"/>
              </a:rPr>
              <a:t>확인하세요</a:t>
            </a:r>
            <a:r>
              <a:rPr>
                <a:solidFill>
                  <a:srgbClr val="6E6E73"/>
                </a:solidFill>
                <a:latin typeface="+mj-lt"/>
                <a:ea typeface="+mj-ea"/>
                <a:cs typeface="+mj-cs"/>
                <a:sym typeface="Pretendard Regular"/>
              </a:rPr>
              <a:t>.</a:t>
            </a:r>
          </a:p>
        </p:txBody>
      </p:sp>
      <p:sp>
        <p:nvSpPr>
          <p:cNvPr id="292" name="Slide Number Placeholder 0"/>
          <p:cNvSpPr txBox="1"/>
          <p:nvPr>
            <p:ph type="sldNum" sz="quarter" idx="4294967295"/>
          </p:nvPr>
        </p:nvSpPr>
        <p:spPr>
          <a:xfrm>
            <a:off x="11473106" y="6355079"/>
            <a:ext cx="167206"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6"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가이드</a:t>
            </a:r>
          </a:p>
        </p:txBody>
      </p:sp>
      <p:sp>
        <p:nvSpPr>
          <p:cNvPr id="297"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04  </a:t>
            </a:r>
            <a:r>
              <a:rPr>
                <a:latin typeface="+mn-lt"/>
                <a:ea typeface="+mn-ea"/>
                <a:cs typeface="+mn-cs"/>
                <a:sym typeface="Helvetica"/>
              </a:rPr>
              <a:t>전체 지도</a:t>
            </a:r>
          </a:p>
        </p:txBody>
      </p:sp>
      <p:sp>
        <p:nvSpPr>
          <p:cNvPr id="298" name="Text 1"/>
          <p:cNvSpPr txBox="1"/>
          <p:nvPr>
            <p:ph type="title"/>
          </p:nvPr>
        </p:nvSpPr>
        <p:spPr>
          <a:xfrm>
            <a:off x="548640" y="676655"/>
            <a:ext cx="11091672" cy="658369"/>
          </a:xfrm>
          <a:prstGeom prst="rect">
            <a:avLst/>
          </a:prstGeom>
        </p:spPr>
        <p:txBody>
          <a:bodyPr lIns="0" tIns="0" rIns="0" bIns="0" anchor="ctr"/>
          <a:lstStyle/>
          <a:p>
            <a:pPr/>
            <a:r>
              <a:t>9</a:t>
            </a:r>
            <a:r>
              <a:rPr b="1">
                <a:latin typeface="+mn-lt"/>
                <a:ea typeface="+mn-ea"/>
                <a:cs typeface="+mn-cs"/>
                <a:sym typeface="Helvetica"/>
              </a:rPr>
              <a:t>단계 </a:t>
            </a:r>
            <a:r>
              <a:t>= </a:t>
            </a:r>
            <a:r>
              <a:rPr b="1">
                <a:latin typeface="+mn-lt"/>
                <a:ea typeface="+mn-ea"/>
                <a:cs typeface="+mn-cs"/>
                <a:sym typeface="Helvetica"/>
              </a:rPr>
              <a:t>설치 </a:t>
            </a:r>
            <a:r>
              <a:t>3 · </a:t>
            </a:r>
            <a:r>
              <a:rPr b="1">
                <a:latin typeface="+mn-lt"/>
                <a:ea typeface="+mn-ea"/>
                <a:cs typeface="+mn-cs"/>
                <a:sym typeface="Helvetica"/>
              </a:rPr>
              <a:t>연결 </a:t>
            </a:r>
            <a:r>
              <a:t>2 · </a:t>
            </a:r>
            <a:r>
              <a:rPr b="1">
                <a:latin typeface="+mn-lt"/>
                <a:ea typeface="+mn-ea"/>
                <a:cs typeface="+mn-cs"/>
                <a:sym typeface="Helvetica"/>
              </a:rPr>
              <a:t>확인 </a:t>
            </a:r>
            <a:r>
              <a:t>4</a:t>
            </a:r>
          </a:p>
        </p:txBody>
      </p:sp>
      <p:sp>
        <p:nvSpPr>
          <p:cNvPr id="299"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앞 장의 </a:t>
            </a:r>
            <a:r>
              <a:t>A</a:t>
            </a:r>
            <a:r>
              <a:rPr>
                <a:latin typeface="+mn-lt"/>
                <a:ea typeface="+mn-ea"/>
                <a:cs typeface="+mn-cs"/>
                <a:sym typeface="Helvetica"/>
              </a:rPr>
              <a:t>는 </a:t>
            </a:r>
            <a:r>
              <a:t>ONBOARDING §2~§3</a:t>
            </a:r>
            <a:r>
              <a:rPr>
                <a:latin typeface="+mn-lt"/>
                <a:ea typeface="+mn-ea"/>
                <a:cs typeface="+mn-cs"/>
                <a:sym typeface="Helvetica"/>
              </a:rPr>
              <a:t>를 마친 뒤</a:t>
            </a:r>
            <a:r>
              <a:t>, B</a:t>
            </a:r>
            <a:r>
              <a:rPr>
                <a:latin typeface="+mn-lt"/>
                <a:ea typeface="+mn-ea"/>
                <a:cs typeface="+mn-cs"/>
                <a:sym typeface="Helvetica"/>
              </a:rPr>
              <a:t>는 최신으로 받은 뒤 </a:t>
            </a:r>
            <a:r>
              <a:t>— </a:t>
            </a:r>
            <a:r>
              <a:rPr>
                <a:latin typeface="+mn-lt"/>
                <a:ea typeface="+mn-ea"/>
                <a:cs typeface="+mn-cs"/>
                <a:sym typeface="Helvetica"/>
              </a:rPr>
              <a:t>둘 다 여기 </a:t>
            </a:r>
            <a:r>
              <a:t>STEP 1</a:t>
            </a:r>
            <a:r>
              <a:rPr>
                <a:latin typeface="+mn-lt"/>
                <a:ea typeface="+mn-ea"/>
                <a:cs typeface="+mn-cs"/>
                <a:sym typeface="Helvetica"/>
              </a:rPr>
              <a:t>부터 같습니다</a:t>
            </a:r>
            <a:r>
              <a:t>.</a:t>
            </a:r>
          </a:p>
        </p:txBody>
      </p:sp>
      <p:sp>
        <p:nvSpPr>
          <p:cNvPr id="300" name="group-card"/>
          <p:cNvSpPr/>
          <p:nvPr/>
        </p:nvSpPr>
        <p:spPr>
          <a:xfrm>
            <a:off x="548640" y="1965960"/>
            <a:ext cx="3291841" cy="4114801"/>
          </a:xfrm>
          <a:prstGeom prst="roundRect">
            <a:avLst>
              <a:gd name="adj" fmla="val 3333"/>
            </a:avLst>
          </a:prstGeom>
          <a:solidFill>
            <a:srgbClr val="F5F5F7"/>
          </a:solidFill>
          <a:ln w="12700">
            <a:miter lim="400000"/>
          </a:ln>
        </p:spPr>
        <p:txBody>
          <a:bodyPr lIns="45719" rIns="45719"/>
          <a:lstStyle/>
          <a:p>
            <a:pPr/>
          </a:p>
        </p:txBody>
      </p:sp>
      <p:sp>
        <p:nvSpPr>
          <p:cNvPr id="301" name="Text 5"/>
          <p:cNvSpPr txBox="1"/>
          <p:nvPr/>
        </p:nvSpPr>
        <p:spPr>
          <a:xfrm>
            <a:off x="822960" y="2198369"/>
            <a:ext cx="18288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설치</a:t>
            </a:r>
          </a:p>
        </p:txBody>
      </p:sp>
      <p:sp>
        <p:nvSpPr>
          <p:cNvPr id="302" name="Text 6"/>
          <p:cNvSpPr txBox="1"/>
          <p:nvPr/>
        </p:nvSpPr>
        <p:spPr>
          <a:xfrm>
            <a:off x="2377439" y="2244279"/>
            <a:ext cx="1188721"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r">
              <a:defRPr sz="1100">
                <a:solidFill>
                  <a:srgbClr val="6E6E73"/>
                </a:solidFill>
              </a:defRPr>
            </a:pPr>
            <a:r>
              <a:rPr>
                <a:latin typeface="+mn-lt"/>
                <a:ea typeface="+mn-ea"/>
                <a:cs typeface="+mn-cs"/>
                <a:sym typeface="Helvetica"/>
              </a:rPr>
              <a:t>약 </a:t>
            </a:r>
            <a:r>
              <a:t>10</a:t>
            </a:r>
            <a:r>
              <a:rPr>
                <a:latin typeface="+mn-lt"/>
                <a:ea typeface="+mn-ea"/>
                <a:cs typeface="+mn-cs"/>
                <a:sym typeface="Helvetica"/>
              </a:rPr>
              <a:t>분</a:t>
            </a:r>
          </a:p>
        </p:txBody>
      </p:sp>
      <p:sp>
        <p:nvSpPr>
          <p:cNvPr id="303" name="map-item"/>
          <p:cNvSpPr/>
          <p:nvPr/>
        </p:nvSpPr>
        <p:spPr>
          <a:xfrm>
            <a:off x="731519" y="2697479"/>
            <a:ext cx="2926081" cy="713233"/>
          </a:xfrm>
          <a:prstGeom prst="roundRect">
            <a:avLst>
              <a:gd name="adj" fmla="val 15385"/>
            </a:avLst>
          </a:prstGeom>
          <a:solidFill>
            <a:schemeClr val="accent2">
              <a:hueOff val="-15247060"/>
              <a:satOff val="-68000"/>
              <a:lumOff val="4901"/>
            </a:schemeClr>
          </a:solidFill>
          <a:ln w="12700">
            <a:miter lim="400000"/>
          </a:ln>
        </p:spPr>
        <p:txBody>
          <a:bodyPr lIns="45719" rIns="45719"/>
          <a:lstStyle/>
          <a:p>
            <a:pPr/>
          </a:p>
        </p:txBody>
      </p:sp>
      <p:sp>
        <p:nvSpPr>
          <p:cNvPr id="304" name="num"/>
          <p:cNvSpPr/>
          <p:nvPr/>
        </p:nvSpPr>
        <p:spPr>
          <a:xfrm>
            <a:off x="868680" y="2834639"/>
            <a:ext cx="438912" cy="438913"/>
          </a:xfrm>
          <a:prstGeom prst="ellipse">
            <a:avLst/>
          </a:prstGeom>
          <a:solidFill>
            <a:schemeClr val="accent1"/>
          </a:solidFill>
          <a:ln w="12700">
            <a:miter lim="400000"/>
          </a:ln>
        </p:spPr>
        <p:txBody>
          <a:bodyPr lIns="45719" rIns="45719"/>
          <a:lstStyle/>
          <a:p>
            <a:pPr/>
          </a:p>
        </p:txBody>
      </p:sp>
      <p:sp>
        <p:nvSpPr>
          <p:cNvPr id="305" name="Text 9"/>
          <p:cNvSpPr txBox="1"/>
          <p:nvPr/>
        </p:nvSpPr>
        <p:spPr>
          <a:xfrm>
            <a:off x="868680" y="2952495"/>
            <a:ext cx="43891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306" name="Text 10"/>
          <p:cNvSpPr txBox="1"/>
          <p:nvPr/>
        </p:nvSpPr>
        <p:spPr>
          <a:xfrm>
            <a:off x="1463039" y="2821686"/>
            <a:ext cx="2103122"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latin typeface="Pretendard Bold"/>
                <a:ea typeface="Pretendard Bold"/>
                <a:cs typeface="Pretendard Bold"/>
                <a:sym typeface="Pretendard Bold"/>
              </a:defRPr>
            </a:lvl1pPr>
          </a:lstStyle>
          <a:p>
            <a:pPr/>
            <a:r>
              <a:t>Claude Code</a:t>
            </a:r>
          </a:p>
        </p:txBody>
      </p:sp>
      <p:sp>
        <p:nvSpPr>
          <p:cNvPr id="307" name="Text 11"/>
          <p:cNvSpPr txBox="1"/>
          <p:nvPr/>
        </p:nvSpPr>
        <p:spPr>
          <a:xfrm>
            <a:off x="1463039" y="3122103"/>
            <a:ext cx="2103122"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6E6E73"/>
                </a:solidFill>
              </a:defRPr>
            </a:pPr>
            <a:r>
              <a:t>Claude </a:t>
            </a:r>
            <a:r>
              <a:rPr>
                <a:latin typeface="+mn-lt"/>
                <a:ea typeface="+mn-ea"/>
                <a:cs typeface="+mn-cs"/>
                <a:sym typeface="Helvetica"/>
              </a:rPr>
              <a:t>프로그램 설치 </a:t>
            </a:r>
            <a:r>
              <a:t>· </a:t>
            </a:r>
            <a:r>
              <a:rPr>
                <a:latin typeface="+mn-lt"/>
                <a:ea typeface="+mn-ea"/>
                <a:cs typeface="+mn-cs"/>
                <a:sym typeface="Helvetica"/>
              </a:rPr>
              <a:t>로그인</a:t>
            </a:r>
          </a:p>
        </p:txBody>
      </p:sp>
      <p:sp>
        <p:nvSpPr>
          <p:cNvPr id="308" name="map-item"/>
          <p:cNvSpPr/>
          <p:nvPr/>
        </p:nvSpPr>
        <p:spPr>
          <a:xfrm>
            <a:off x="731519" y="3520440"/>
            <a:ext cx="2926081" cy="713233"/>
          </a:xfrm>
          <a:prstGeom prst="roundRect">
            <a:avLst>
              <a:gd name="adj" fmla="val 15385"/>
            </a:avLst>
          </a:prstGeom>
          <a:solidFill>
            <a:schemeClr val="accent2">
              <a:hueOff val="-15247060"/>
              <a:satOff val="-68000"/>
              <a:lumOff val="4901"/>
            </a:schemeClr>
          </a:solidFill>
          <a:ln w="12700">
            <a:miter lim="400000"/>
          </a:ln>
        </p:spPr>
        <p:txBody>
          <a:bodyPr lIns="45719" rIns="45719"/>
          <a:lstStyle/>
          <a:p>
            <a:pPr/>
          </a:p>
        </p:txBody>
      </p:sp>
      <p:sp>
        <p:nvSpPr>
          <p:cNvPr id="309" name="num"/>
          <p:cNvSpPr/>
          <p:nvPr/>
        </p:nvSpPr>
        <p:spPr>
          <a:xfrm>
            <a:off x="868680" y="3657600"/>
            <a:ext cx="438912" cy="438912"/>
          </a:xfrm>
          <a:prstGeom prst="ellipse">
            <a:avLst/>
          </a:prstGeom>
          <a:solidFill>
            <a:schemeClr val="accent1"/>
          </a:solidFill>
          <a:ln w="12700">
            <a:miter lim="400000"/>
          </a:ln>
        </p:spPr>
        <p:txBody>
          <a:bodyPr lIns="45719" rIns="45719"/>
          <a:lstStyle/>
          <a:p>
            <a:pPr/>
          </a:p>
        </p:txBody>
      </p:sp>
      <p:sp>
        <p:nvSpPr>
          <p:cNvPr id="310" name="Text 14"/>
          <p:cNvSpPr txBox="1"/>
          <p:nvPr/>
        </p:nvSpPr>
        <p:spPr>
          <a:xfrm>
            <a:off x="868680" y="3775455"/>
            <a:ext cx="43891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311" name="Text 15"/>
          <p:cNvSpPr txBox="1"/>
          <p:nvPr/>
        </p:nvSpPr>
        <p:spPr>
          <a:xfrm>
            <a:off x="1463039" y="3644645"/>
            <a:ext cx="2103122"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latin typeface="Pretendard Bold"/>
                <a:ea typeface="Pretendard Bold"/>
                <a:cs typeface="Pretendard Bold"/>
                <a:sym typeface="Pretendard Bold"/>
              </a:defRPr>
            </a:lvl1pPr>
          </a:lstStyle>
          <a:p>
            <a:pPr/>
            <a:r>
              <a:t>Claudian</a:t>
            </a:r>
          </a:p>
        </p:txBody>
      </p:sp>
      <p:sp>
        <p:nvSpPr>
          <p:cNvPr id="312" name="Text 16"/>
          <p:cNvSpPr txBox="1"/>
          <p:nvPr/>
        </p:nvSpPr>
        <p:spPr>
          <a:xfrm>
            <a:off x="1463039" y="3945062"/>
            <a:ext cx="2103122" cy="17488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6E6E73"/>
                </a:solidFill>
              </a:defRPr>
            </a:pPr>
            <a:r>
              <a:rPr>
                <a:latin typeface="+mn-lt"/>
                <a:ea typeface="+mn-ea"/>
                <a:cs typeface="+mn-cs"/>
                <a:sym typeface="Helvetica"/>
              </a:rPr>
              <a:t>옵시디언 안의 </a:t>
            </a:r>
            <a:r>
              <a:t>Claude </a:t>
            </a:r>
            <a:r>
              <a:rPr>
                <a:latin typeface="+mn-lt"/>
                <a:ea typeface="+mn-ea"/>
                <a:cs typeface="+mn-cs"/>
                <a:sym typeface="Helvetica"/>
              </a:rPr>
              <a:t>창</a:t>
            </a:r>
          </a:p>
        </p:txBody>
      </p:sp>
      <p:sp>
        <p:nvSpPr>
          <p:cNvPr id="313" name="map-item"/>
          <p:cNvSpPr/>
          <p:nvPr/>
        </p:nvSpPr>
        <p:spPr>
          <a:xfrm>
            <a:off x="731519" y="4343400"/>
            <a:ext cx="2926081" cy="713232"/>
          </a:xfrm>
          <a:prstGeom prst="roundRect">
            <a:avLst>
              <a:gd name="adj" fmla="val 15385"/>
            </a:avLst>
          </a:prstGeom>
          <a:solidFill>
            <a:schemeClr val="accent2">
              <a:hueOff val="-15247060"/>
              <a:satOff val="-68000"/>
              <a:lumOff val="4901"/>
            </a:schemeClr>
          </a:solidFill>
          <a:ln w="12700">
            <a:miter lim="400000"/>
          </a:ln>
        </p:spPr>
        <p:txBody>
          <a:bodyPr lIns="45719" rIns="45719"/>
          <a:lstStyle/>
          <a:p>
            <a:pPr/>
          </a:p>
        </p:txBody>
      </p:sp>
      <p:sp>
        <p:nvSpPr>
          <p:cNvPr id="314" name="num"/>
          <p:cNvSpPr/>
          <p:nvPr/>
        </p:nvSpPr>
        <p:spPr>
          <a:xfrm>
            <a:off x="868680" y="4480559"/>
            <a:ext cx="438912" cy="438913"/>
          </a:xfrm>
          <a:prstGeom prst="ellipse">
            <a:avLst/>
          </a:prstGeom>
          <a:solidFill>
            <a:schemeClr val="accent1"/>
          </a:solidFill>
          <a:ln w="12700">
            <a:miter lim="400000"/>
          </a:ln>
        </p:spPr>
        <p:txBody>
          <a:bodyPr lIns="45719" rIns="45719"/>
          <a:lstStyle/>
          <a:p>
            <a:pPr/>
          </a:p>
        </p:txBody>
      </p:sp>
      <p:sp>
        <p:nvSpPr>
          <p:cNvPr id="315" name="Text 19"/>
          <p:cNvSpPr txBox="1"/>
          <p:nvPr/>
        </p:nvSpPr>
        <p:spPr>
          <a:xfrm>
            <a:off x="868680" y="4598415"/>
            <a:ext cx="43891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316" name="Text 20"/>
          <p:cNvSpPr txBox="1"/>
          <p:nvPr/>
        </p:nvSpPr>
        <p:spPr>
          <a:xfrm>
            <a:off x="1463039" y="4467605"/>
            <a:ext cx="2103122"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latin typeface="Pretendard Bold"/>
                <a:ea typeface="Pretendard Bold"/>
                <a:cs typeface="Pretendard Bold"/>
                <a:sym typeface="Pretendard Bold"/>
              </a:defRPr>
            </a:lvl1pPr>
          </a:lstStyle>
          <a:p>
            <a:pPr/>
            <a:r>
              <a:t>gstack</a:t>
            </a:r>
          </a:p>
        </p:txBody>
      </p:sp>
      <p:sp>
        <p:nvSpPr>
          <p:cNvPr id="317" name="Text 21"/>
          <p:cNvSpPr txBox="1"/>
          <p:nvPr/>
        </p:nvSpPr>
        <p:spPr>
          <a:xfrm>
            <a:off x="1463039" y="4768022"/>
            <a:ext cx="2103122" cy="17488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6E6E73"/>
                </a:solidFill>
              </a:defRPr>
            </a:pPr>
            <a:r>
              <a:t>Claude</a:t>
            </a:r>
            <a:r>
              <a:rPr>
                <a:latin typeface="+mn-lt"/>
                <a:ea typeface="+mn-ea"/>
                <a:cs typeface="+mn-cs"/>
                <a:sym typeface="Helvetica"/>
              </a:rPr>
              <a:t>가 쓰는 브라우저</a:t>
            </a:r>
          </a:p>
        </p:txBody>
      </p:sp>
      <p:sp>
        <p:nvSpPr>
          <p:cNvPr id="318" name="group-card"/>
          <p:cNvSpPr/>
          <p:nvPr/>
        </p:nvSpPr>
        <p:spPr>
          <a:xfrm>
            <a:off x="4114800" y="1965960"/>
            <a:ext cx="3291841" cy="4114801"/>
          </a:xfrm>
          <a:prstGeom prst="roundRect">
            <a:avLst>
              <a:gd name="adj" fmla="val 3333"/>
            </a:avLst>
          </a:prstGeom>
          <a:solidFill>
            <a:srgbClr val="F5F5F7"/>
          </a:solidFill>
          <a:ln w="12700">
            <a:miter lim="400000"/>
          </a:ln>
        </p:spPr>
        <p:txBody>
          <a:bodyPr lIns="45719" rIns="45719"/>
          <a:lstStyle/>
          <a:p>
            <a:pPr/>
          </a:p>
        </p:txBody>
      </p:sp>
      <p:sp>
        <p:nvSpPr>
          <p:cNvPr id="319" name="Text 23"/>
          <p:cNvSpPr txBox="1"/>
          <p:nvPr/>
        </p:nvSpPr>
        <p:spPr>
          <a:xfrm>
            <a:off x="4389120" y="2198369"/>
            <a:ext cx="18288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연결</a:t>
            </a:r>
          </a:p>
        </p:txBody>
      </p:sp>
      <p:sp>
        <p:nvSpPr>
          <p:cNvPr id="320" name="Text 24"/>
          <p:cNvSpPr txBox="1"/>
          <p:nvPr/>
        </p:nvSpPr>
        <p:spPr>
          <a:xfrm>
            <a:off x="5943600" y="2244279"/>
            <a:ext cx="1188720"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r">
              <a:defRPr sz="1100">
                <a:solidFill>
                  <a:srgbClr val="6E6E73"/>
                </a:solidFill>
              </a:defRPr>
            </a:pPr>
            <a:r>
              <a:rPr>
                <a:latin typeface="+mn-lt"/>
                <a:ea typeface="+mn-ea"/>
                <a:cs typeface="+mn-cs"/>
                <a:sym typeface="Helvetica"/>
              </a:rPr>
              <a:t>약 </a:t>
            </a:r>
            <a:r>
              <a:t>5</a:t>
            </a:r>
            <a:r>
              <a:rPr>
                <a:latin typeface="+mn-lt"/>
                <a:ea typeface="+mn-ea"/>
                <a:cs typeface="+mn-cs"/>
                <a:sym typeface="Helvetica"/>
              </a:rPr>
              <a:t>분</a:t>
            </a:r>
          </a:p>
        </p:txBody>
      </p:sp>
      <p:sp>
        <p:nvSpPr>
          <p:cNvPr id="321" name="map-item"/>
          <p:cNvSpPr/>
          <p:nvPr/>
        </p:nvSpPr>
        <p:spPr>
          <a:xfrm>
            <a:off x="4297679" y="2697479"/>
            <a:ext cx="2926081" cy="713233"/>
          </a:xfrm>
          <a:prstGeom prst="roundRect">
            <a:avLst>
              <a:gd name="adj" fmla="val 15385"/>
            </a:avLst>
          </a:prstGeom>
          <a:solidFill>
            <a:schemeClr val="accent2">
              <a:hueOff val="-15247060"/>
              <a:satOff val="-68000"/>
              <a:lumOff val="4901"/>
            </a:schemeClr>
          </a:solidFill>
          <a:ln w="12700">
            <a:miter lim="400000"/>
          </a:ln>
        </p:spPr>
        <p:txBody>
          <a:bodyPr lIns="45719" rIns="45719"/>
          <a:lstStyle/>
          <a:p>
            <a:pPr/>
          </a:p>
        </p:txBody>
      </p:sp>
      <p:sp>
        <p:nvSpPr>
          <p:cNvPr id="322" name="num"/>
          <p:cNvSpPr/>
          <p:nvPr/>
        </p:nvSpPr>
        <p:spPr>
          <a:xfrm>
            <a:off x="4434840" y="2834639"/>
            <a:ext cx="438913" cy="438913"/>
          </a:xfrm>
          <a:prstGeom prst="ellipse">
            <a:avLst/>
          </a:prstGeom>
          <a:solidFill>
            <a:schemeClr val="accent1"/>
          </a:solidFill>
          <a:ln w="12700">
            <a:miter lim="400000"/>
          </a:ln>
        </p:spPr>
        <p:txBody>
          <a:bodyPr lIns="45719" rIns="45719"/>
          <a:lstStyle/>
          <a:p>
            <a:pPr/>
          </a:p>
        </p:txBody>
      </p:sp>
      <p:sp>
        <p:nvSpPr>
          <p:cNvPr id="323" name="Text 27"/>
          <p:cNvSpPr txBox="1"/>
          <p:nvPr/>
        </p:nvSpPr>
        <p:spPr>
          <a:xfrm>
            <a:off x="4434840" y="2952495"/>
            <a:ext cx="438913"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4</a:t>
            </a:r>
          </a:p>
        </p:txBody>
      </p:sp>
      <p:sp>
        <p:nvSpPr>
          <p:cNvPr id="324" name="Text 28"/>
          <p:cNvSpPr txBox="1"/>
          <p:nvPr/>
        </p:nvSpPr>
        <p:spPr>
          <a:xfrm>
            <a:off x="5029200" y="2809555"/>
            <a:ext cx="2103121"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3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셋업 스크립트</a:t>
            </a:r>
          </a:p>
        </p:txBody>
      </p:sp>
      <p:sp>
        <p:nvSpPr>
          <p:cNvPr id="325" name="Text 29"/>
          <p:cNvSpPr txBox="1"/>
          <p:nvPr/>
        </p:nvSpPr>
        <p:spPr>
          <a:xfrm>
            <a:off x="5029200" y="3122103"/>
            <a:ext cx="2103121"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필요한 연결을 한 번에</a:t>
            </a:r>
          </a:p>
        </p:txBody>
      </p:sp>
      <p:sp>
        <p:nvSpPr>
          <p:cNvPr id="326" name="map-item"/>
          <p:cNvSpPr/>
          <p:nvPr/>
        </p:nvSpPr>
        <p:spPr>
          <a:xfrm>
            <a:off x="4297679" y="3520440"/>
            <a:ext cx="2926081" cy="713233"/>
          </a:xfrm>
          <a:prstGeom prst="roundRect">
            <a:avLst>
              <a:gd name="adj" fmla="val 15385"/>
            </a:avLst>
          </a:prstGeom>
          <a:solidFill>
            <a:schemeClr val="accent2">
              <a:hueOff val="-15247060"/>
              <a:satOff val="-68000"/>
              <a:lumOff val="4901"/>
            </a:schemeClr>
          </a:solidFill>
          <a:ln w="12700">
            <a:miter lim="400000"/>
          </a:ln>
        </p:spPr>
        <p:txBody>
          <a:bodyPr lIns="45719" rIns="45719"/>
          <a:lstStyle/>
          <a:p>
            <a:pPr/>
          </a:p>
        </p:txBody>
      </p:sp>
      <p:sp>
        <p:nvSpPr>
          <p:cNvPr id="327" name="num"/>
          <p:cNvSpPr/>
          <p:nvPr/>
        </p:nvSpPr>
        <p:spPr>
          <a:xfrm>
            <a:off x="4434840" y="3657600"/>
            <a:ext cx="438913" cy="438912"/>
          </a:xfrm>
          <a:prstGeom prst="ellipse">
            <a:avLst/>
          </a:prstGeom>
          <a:solidFill>
            <a:schemeClr val="accent1"/>
          </a:solidFill>
          <a:ln w="12700">
            <a:miter lim="400000"/>
          </a:ln>
        </p:spPr>
        <p:txBody>
          <a:bodyPr lIns="45719" rIns="45719"/>
          <a:lstStyle/>
          <a:p>
            <a:pPr/>
          </a:p>
        </p:txBody>
      </p:sp>
      <p:sp>
        <p:nvSpPr>
          <p:cNvPr id="328" name="Text 32"/>
          <p:cNvSpPr txBox="1"/>
          <p:nvPr/>
        </p:nvSpPr>
        <p:spPr>
          <a:xfrm>
            <a:off x="4434840" y="3775455"/>
            <a:ext cx="438913"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5</a:t>
            </a:r>
          </a:p>
        </p:txBody>
      </p:sp>
      <p:sp>
        <p:nvSpPr>
          <p:cNvPr id="329" name="Text 33"/>
          <p:cNvSpPr txBox="1"/>
          <p:nvPr/>
        </p:nvSpPr>
        <p:spPr>
          <a:xfrm>
            <a:off x="5029200" y="3644645"/>
            <a:ext cx="210312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latin typeface="Pretendard Bold"/>
                <a:ea typeface="Pretendard Bold"/>
                <a:cs typeface="Pretendard Bold"/>
                <a:sym typeface="Pretendard Bold"/>
              </a:defRPr>
            </a:lvl1pPr>
          </a:lstStyle>
          <a:p>
            <a:pPr/>
            <a:r>
              <a:t>cdbd.env</a:t>
            </a:r>
          </a:p>
        </p:txBody>
      </p:sp>
      <p:sp>
        <p:nvSpPr>
          <p:cNvPr id="330" name="Text 34"/>
          <p:cNvSpPr txBox="1"/>
          <p:nvPr/>
        </p:nvSpPr>
        <p:spPr>
          <a:xfrm>
            <a:off x="5029200" y="3945062"/>
            <a:ext cx="2103121" cy="17488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6E6E73"/>
                </a:solidFill>
              </a:defRPr>
            </a:pPr>
            <a:r>
              <a:t>CdBd </a:t>
            </a:r>
            <a:r>
              <a:rPr>
                <a:latin typeface="+mn-lt"/>
                <a:ea typeface="+mn-ea"/>
                <a:cs typeface="+mn-cs"/>
                <a:sym typeface="Helvetica"/>
              </a:rPr>
              <a:t>공용 계정 넣기</a:t>
            </a:r>
          </a:p>
        </p:txBody>
      </p:sp>
      <p:sp>
        <p:nvSpPr>
          <p:cNvPr id="331" name="group-card"/>
          <p:cNvSpPr/>
          <p:nvPr/>
        </p:nvSpPr>
        <p:spPr>
          <a:xfrm>
            <a:off x="7680959" y="1965960"/>
            <a:ext cx="3959353" cy="4114801"/>
          </a:xfrm>
          <a:prstGeom prst="roundRect">
            <a:avLst>
              <a:gd name="adj" fmla="val 2771"/>
            </a:avLst>
          </a:prstGeom>
          <a:solidFill>
            <a:srgbClr val="F5F5F7"/>
          </a:solidFill>
          <a:ln w="12700">
            <a:miter lim="400000"/>
          </a:ln>
        </p:spPr>
        <p:txBody>
          <a:bodyPr lIns="45719" rIns="45719"/>
          <a:lstStyle/>
          <a:p>
            <a:pPr/>
          </a:p>
        </p:txBody>
      </p:sp>
      <p:sp>
        <p:nvSpPr>
          <p:cNvPr id="332" name="Text 36"/>
          <p:cNvSpPr txBox="1"/>
          <p:nvPr/>
        </p:nvSpPr>
        <p:spPr>
          <a:xfrm>
            <a:off x="7955280" y="2198369"/>
            <a:ext cx="18288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확인</a:t>
            </a:r>
          </a:p>
        </p:txBody>
      </p:sp>
      <p:sp>
        <p:nvSpPr>
          <p:cNvPr id="333" name="Text 37"/>
          <p:cNvSpPr txBox="1"/>
          <p:nvPr/>
        </p:nvSpPr>
        <p:spPr>
          <a:xfrm>
            <a:off x="10177271" y="2244279"/>
            <a:ext cx="1188721"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r">
              <a:defRPr sz="1100">
                <a:solidFill>
                  <a:srgbClr val="6E6E73"/>
                </a:solidFill>
              </a:defRPr>
            </a:pPr>
            <a:r>
              <a:rPr>
                <a:latin typeface="+mn-lt"/>
                <a:ea typeface="+mn-ea"/>
                <a:cs typeface="+mn-cs"/>
                <a:sym typeface="Helvetica"/>
              </a:rPr>
              <a:t>약 </a:t>
            </a:r>
            <a:r>
              <a:t>10</a:t>
            </a:r>
            <a:r>
              <a:rPr>
                <a:latin typeface="+mn-lt"/>
                <a:ea typeface="+mn-ea"/>
                <a:cs typeface="+mn-cs"/>
                <a:sym typeface="Helvetica"/>
              </a:rPr>
              <a:t>분</a:t>
            </a:r>
          </a:p>
        </p:txBody>
      </p:sp>
      <p:sp>
        <p:nvSpPr>
          <p:cNvPr id="334" name="map-item"/>
          <p:cNvSpPr/>
          <p:nvPr/>
        </p:nvSpPr>
        <p:spPr>
          <a:xfrm>
            <a:off x="7863840" y="2697479"/>
            <a:ext cx="3593593" cy="713233"/>
          </a:xfrm>
          <a:prstGeom prst="roundRect">
            <a:avLst>
              <a:gd name="adj" fmla="val 15385"/>
            </a:avLst>
          </a:prstGeom>
          <a:solidFill>
            <a:schemeClr val="accent2">
              <a:hueOff val="-15247060"/>
              <a:satOff val="-68000"/>
              <a:lumOff val="4901"/>
            </a:schemeClr>
          </a:solidFill>
          <a:ln w="12700">
            <a:miter lim="400000"/>
          </a:ln>
        </p:spPr>
        <p:txBody>
          <a:bodyPr lIns="45719" rIns="45719"/>
          <a:lstStyle/>
          <a:p>
            <a:pPr/>
          </a:p>
        </p:txBody>
      </p:sp>
      <p:sp>
        <p:nvSpPr>
          <p:cNvPr id="335" name="num"/>
          <p:cNvSpPr/>
          <p:nvPr/>
        </p:nvSpPr>
        <p:spPr>
          <a:xfrm>
            <a:off x="8001000" y="2834639"/>
            <a:ext cx="438912" cy="438913"/>
          </a:xfrm>
          <a:prstGeom prst="ellipse">
            <a:avLst/>
          </a:prstGeom>
          <a:solidFill>
            <a:schemeClr val="accent1"/>
          </a:solidFill>
          <a:ln w="12700">
            <a:miter lim="400000"/>
          </a:ln>
        </p:spPr>
        <p:txBody>
          <a:bodyPr lIns="45719" rIns="45719"/>
          <a:lstStyle/>
          <a:p>
            <a:pPr/>
          </a:p>
        </p:txBody>
      </p:sp>
      <p:sp>
        <p:nvSpPr>
          <p:cNvPr id="336" name="Text 40"/>
          <p:cNvSpPr txBox="1"/>
          <p:nvPr/>
        </p:nvSpPr>
        <p:spPr>
          <a:xfrm>
            <a:off x="8001000" y="2952495"/>
            <a:ext cx="43891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6</a:t>
            </a:r>
          </a:p>
        </p:txBody>
      </p:sp>
      <p:sp>
        <p:nvSpPr>
          <p:cNvPr id="337" name="Text 41"/>
          <p:cNvSpPr txBox="1"/>
          <p:nvPr/>
        </p:nvSpPr>
        <p:spPr>
          <a:xfrm>
            <a:off x="8595359" y="2809555"/>
            <a:ext cx="2770633"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3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폴더 신뢰 승인</a:t>
            </a:r>
          </a:p>
        </p:txBody>
      </p:sp>
      <p:sp>
        <p:nvSpPr>
          <p:cNvPr id="338" name="Text 42"/>
          <p:cNvSpPr txBox="1"/>
          <p:nvPr/>
        </p:nvSpPr>
        <p:spPr>
          <a:xfrm>
            <a:off x="8595359" y="3122103"/>
            <a:ext cx="2770633"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6E6E73"/>
                </a:solidFill>
              </a:defRPr>
            </a:pPr>
            <a:r>
              <a:rPr>
                <a:latin typeface="+mn-lt"/>
                <a:ea typeface="+mn-ea"/>
                <a:cs typeface="+mn-cs"/>
                <a:sym typeface="Helvetica"/>
              </a:rPr>
              <a:t>볼트 </a:t>
            </a:r>
            <a:r>
              <a:t>6</a:t>
            </a:r>
            <a:r>
              <a:rPr>
                <a:latin typeface="+mn-lt"/>
                <a:ea typeface="+mn-ea"/>
                <a:cs typeface="+mn-cs"/>
                <a:sym typeface="Helvetica"/>
              </a:rPr>
              <a:t>곳 한 번씩</a:t>
            </a:r>
          </a:p>
        </p:txBody>
      </p:sp>
      <p:sp>
        <p:nvSpPr>
          <p:cNvPr id="339" name="map-item"/>
          <p:cNvSpPr/>
          <p:nvPr/>
        </p:nvSpPr>
        <p:spPr>
          <a:xfrm>
            <a:off x="7863840" y="3520440"/>
            <a:ext cx="3593593" cy="713233"/>
          </a:xfrm>
          <a:prstGeom prst="roundRect">
            <a:avLst>
              <a:gd name="adj" fmla="val 15385"/>
            </a:avLst>
          </a:prstGeom>
          <a:solidFill>
            <a:schemeClr val="accent2">
              <a:hueOff val="-15247060"/>
              <a:satOff val="-68000"/>
              <a:lumOff val="4901"/>
            </a:schemeClr>
          </a:solidFill>
          <a:ln w="12700">
            <a:miter lim="400000"/>
          </a:ln>
        </p:spPr>
        <p:txBody>
          <a:bodyPr lIns="45719" rIns="45719"/>
          <a:lstStyle/>
          <a:p>
            <a:pPr/>
          </a:p>
        </p:txBody>
      </p:sp>
      <p:sp>
        <p:nvSpPr>
          <p:cNvPr id="340" name="num"/>
          <p:cNvSpPr/>
          <p:nvPr/>
        </p:nvSpPr>
        <p:spPr>
          <a:xfrm>
            <a:off x="8001000" y="3657600"/>
            <a:ext cx="438912" cy="438912"/>
          </a:xfrm>
          <a:prstGeom prst="ellipse">
            <a:avLst/>
          </a:prstGeom>
          <a:solidFill>
            <a:schemeClr val="accent1"/>
          </a:solidFill>
          <a:ln w="12700">
            <a:miter lim="400000"/>
          </a:ln>
        </p:spPr>
        <p:txBody>
          <a:bodyPr lIns="45719" rIns="45719"/>
          <a:lstStyle/>
          <a:p>
            <a:pPr/>
          </a:p>
        </p:txBody>
      </p:sp>
      <p:sp>
        <p:nvSpPr>
          <p:cNvPr id="341" name="Text 45"/>
          <p:cNvSpPr txBox="1"/>
          <p:nvPr/>
        </p:nvSpPr>
        <p:spPr>
          <a:xfrm>
            <a:off x="8001000" y="3775455"/>
            <a:ext cx="43891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7</a:t>
            </a:r>
          </a:p>
        </p:txBody>
      </p:sp>
      <p:sp>
        <p:nvSpPr>
          <p:cNvPr id="342" name="Text 46"/>
          <p:cNvSpPr txBox="1"/>
          <p:nvPr/>
        </p:nvSpPr>
        <p:spPr>
          <a:xfrm>
            <a:off x="8595359" y="3638295"/>
            <a:ext cx="2770633"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300">
                <a:latin typeface="Pretendard Bold"/>
                <a:ea typeface="Pretendard Bold"/>
                <a:cs typeface="Pretendard Bold"/>
                <a:sym typeface="Pretendard Bold"/>
              </a:defRPr>
            </a:pPr>
            <a:r>
              <a:t>Figma </a:t>
            </a:r>
            <a:r>
              <a:rPr b="1">
                <a:latin typeface="+mn-lt"/>
                <a:ea typeface="+mn-ea"/>
                <a:cs typeface="+mn-cs"/>
                <a:sym typeface="Helvetica"/>
              </a:rPr>
              <a:t>연결</a:t>
            </a:r>
          </a:p>
        </p:txBody>
      </p:sp>
      <p:sp>
        <p:nvSpPr>
          <p:cNvPr id="343" name="Text 47"/>
          <p:cNvSpPr txBox="1"/>
          <p:nvPr/>
        </p:nvSpPr>
        <p:spPr>
          <a:xfrm>
            <a:off x="8595359" y="3945062"/>
            <a:ext cx="2770633" cy="17488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계정에 한 번만</a:t>
            </a:r>
          </a:p>
        </p:txBody>
      </p:sp>
      <p:sp>
        <p:nvSpPr>
          <p:cNvPr id="344" name="map-item"/>
          <p:cNvSpPr/>
          <p:nvPr/>
        </p:nvSpPr>
        <p:spPr>
          <a:xfrm>
            <a:off x="7863840" y="4343400"/>
            <a:ext cx="3593593" cy="713232"/>
          </a:xfrm>
          <a:prstGeom prst="roundRect">
            <a:avLst>
              <a:gd name="adj" fmla="val 15385"/>
            </a:avLst>
          </a:prstGeom>
          <a:solidFill>
            <a:schemeClr val="accent2">
              <a:hueOff val="-15247060"/>
              <a:satOff val="-68000"/>
              <a:lumOff val="4901"/>
            </a:schemeClr>
          </a:solidFill>
          <a:ln w="12700">
            <a:miter lim="400000"/>
          </a:ln>
        </p:spPr>
        <p:txBody>
          <a:bodyPr lIns="45719" rIns="45719"/>
          <a:lstStyle/>
          <a:p>
            <a:pPr/>
          </a:p>
        </p:txBody>
      </p:sp>
      <p:sp>
        <p:nvSpPr>
          <p:cNvPr id="345" name="num"/>
          <p:cNvSpPr/>
          <p:nvPr/>
        </p:nvSpPr>
        <p:spPr>
          <a:xfrm>
            <a:off x="8001000" y="4480559"/>
            <a:ext cx="438912" cy="438913"/>
          </a:xfrm>
          <a:prstGeom prst="ellipse">
            <a:avLst/>
          </a:prstGeom>
          <a:solidFill>
            <a:schemeClr val="accent1"/>
          </a:solidFill>
          <a:ln w="12700">
            <a:miter lim="400000"/>
          </a:ln>
        </p:spPr>
        <p:txBody>
          <a:bodyPr lIns="45719" rIns="45719"/>
          <a:lstStyle/>
          <a:p>
            <a:pPr/>
          </a:p>
        </p:txBody>
      </p:sp>
      <p:sp>
        <p:nvSpPr>
          <p:cNvPr id="346" name="Text 50"/>
          <p:cNvSpPr txBox="1"/>
          <p:nvPr/>
        </p:nvSpPr>
        <p:spPr>
          <a:xfrm>
            <a:off x="8001000" y="4598415"/>
            <a:ext cx="43891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8</a:t>
            </a:r>
          </a:p>
        </p:txBody>
      </p:sp>
      <p:sp>
        <p:nvSpPr>
          <p:cNvPr id="347" name="Text 51"/>
          <p:cNvSpPr txBox="1"/>
          <p:nvPr/>
        </p:nvSpPr>
        <p:spPr>
          <a:xfrm>
            <a:off x="8595359" y="4461255"/>
            <a:ext cx="2770633"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3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점검표</a:t>
            </a:r>
          </a:p>
        </p:txBody>
      </p:sp>
      <p:sp>
        <p:nvSpPr>
          <p:cNvPr id="348" name="Text 52"/>
          <p:cNvSpPr txBox="1"/>
          <p:nvPr/>
        </p:nvSpPr>
        <p:spPr>
          <a:xfrm>
            <a:off x="8595359" y="4741163"/>
            <a:ext cx="2770633"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전부 ✅인지</a:t>
            </a:r>
          </a:p>
        </p:txBody>
      </p:sp>
      <p:sp>
        <p:nvSpPr>
          <p:cNvPr id="349" name="map-item"/>
          <p:cNvSpPr/>
          <p:nvPr/>
        </p:nvSpPr>
        <p:spPr>
          <a:xfrm>
            <a:off x="7863840" y="5166359"/>
            <a:ext cx="3593593" cy="713233"/>
          </a:xfrm>
          <a:prstGeom prst="roundRect">
            <a:avLst>
              <a:gd name="adj" fmla="val 15385"/>
            </a:avLst>
          </a:prstGeom>
          <a:solidFill>
            <a:schemeClr val="accent2">
              <a:hueOff val="-15247060"/>
              <a:satOff val="-68000"/>
              <a:lumOff val="4901"/>
            </a:schemeClr>
          </a:solidFill>
          <a:ln w="12700">
            <a:miter lim="400000"/>
          </a:ln>
        </p:spPr>
        <p:txBody>
          <a:bodyPr lIns="45719" rIns="45719"/>
          <a:lstStyle/>
          <a:p>
            <a:pPr/>
          </a:p>
        </p:txBody>
      </p:sp>
      <p:sp>
        <p:nvSpPr>
          <p:cNvPr id="350" name="num"/>
          <p:cNvSpPr/>
          <p:nvPr/>
        </p:nvSpPr>
        <p:spPr>
          <a:xfrm>
            <a:off x="8001000" y="5303520"/>
            <a:ext cx="438912" cy="438913"/>
          </a:xfrm>
          <a:prstGeom prst="ellipse">
            <a:avLst/>
          </a:prstGeom>
          <a:solidFill>
            <a:schemeClr val="accent1"/>
          </a:solidFill>
          <a:ln w="12700">
            <a:miter lim="400000"/>
          </a:ln>
        </p:spPr>
        <p:txBody>
          <a:bodyPr lIns="45719" rIns="45719"/>
          <a:lstStyle/>
          <a:p>
            <a:pPr/>
          </a:p>
        </p:txBody>
      </p:sp>
      <p:sp>
        <p:nvSpPr>
          <p:cNvPr id="351" name="Text 55"/>
          <p:cNvSpPr txBox="1"/>
          <p:nvPr/>
        </p:nvSpPr>
        <p:spPr>
          <a:xfrm>
            <a:off x="8001000" y="5421376"/>
            <a:ext cx="43891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9</a:t>
            </a:r>
          </a:p>
        </p:txBody>
      </p:sp>
      <p:sp>
        <p:nvSpPr>
          <p:cNvPr id="352" name="Text 56"/>
          <p:cNvSpPr txBox="1"/>
          <p:nvPr/>
        </p:nvSpPr>
        <p:spPr>
          <a:xfrm>
            <a:off x="8595359" y="5278435"/>
            <a:ext cx="2770633"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3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확인 질문</a:t>
            </a:r>
          </a:p>
        </p:txBody>
      </p:sp>
      <p:sp>
        <p:nvSpPr>
          <p:cNvPr id="353" name="Text 57"/>
          <p:cNvSpPr txBox="1"/>
          <p:nvPr/>
        </p:nvSpPr>
        <p:spPr>
          <a:xfrm>
            <a:off x="8595359" y="5590983"/>
            <a:ext cx="2770633" cy="17488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6E6E73"/>
                </a:solidFill>
              </a:defRPr>
            </a:pPr>
            <a:r>
              <a:t>Claude</a:t>
            </a:r>
            <a:r>
              <a:rPr>
                <a:latin typeface="+mn-lt"/>
                <a:ea typeface="+mn-ea"/>
                <a:cs typeface="+mn-cs"/>
                <a:sym typeface="Helvetica"/>
              </a:rPr>
              <a:t>에게 물어보기</a:t>
            </a:r>
          </a:p>
        </p:txBody>
      </p:sp>
      <p:sp>
        <p:nvSpPr>
          <p:cNvPr id="354" name="Slide Number Placeholder 0"/>
          <p:cNvSpPr txBox="1"/>
          <p:nvPr>
            <p:ph type="sldNum" sz="quarter" idx="4294967295"/>
          </p:nvPr>
        </p:nvSpPr>
        <p:spPr>
          <a:xfrm>
            <a:off x="11466855" y="6355079"/>
            <a:ext cx="173457"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8"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a:t>
            </a:r>
            <a:r>
              <a:t>· </a:t>
            </a:r>
            <a:r>
              <a:rPr b="1">
                <a:latin typeface="+mn-lt"/>
                <a:ea typeface="+mn-ea"/>
                <a:cs typeface="+mn-cs"/>
                <a:sym typeface="Helvetica"/>
              </a:rPr>
              <a:t>설치</a:t>
            </a:r>
          </a:p>
        </p:txBody>
      </p:sp>
      <p:sp>
        <p:nvSpPr>
          <p:cNvPr id="359"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STEP 1 / 9</a:t>
            </a:r>
          </a:p>
        </p:txBody>
      </p:sp>
      <p:sp>
        <p:nvSpPr>
          <p:cNvPr id="360" name="Text 1"/>
          <p:cNvSpPr txBox="1"/>
          <p:nvPr>
            <p:ph type="title"/>
          </p:nvPr>
        </p:nvSpPr>
        <p:spPr>
          <a:xfrm>
            <a:off x="548640" y="676655"/>
            <a:ext cx="11091672" cy="658369"/>
          </a:xfrm>
          <a:prstGeom prst="rect">
            <a:avLst/>
          </a:prstGeom>
        </p:spPr>
        <p:txBody>
          <a:bodyPr lIns="0" tIns="0" rIns="0" bIns="0" anchor="ctr"/>
          <a:lstStyle/>
          <a:p>
            <a:pPr/>
            <a:r>
              <a:t>STEP 1.  Claude Code </a:t>
            </a:r>
            <a:r>
              <a:rPr b="1">
                <a:latin typeface="+mn-lt"/>
                <a:ea typeface="+mn-ea"/>
                <a:cs typeface="+mn-cs"/>
                <a:sym typeface="Helvetica"/>
              </a:rPr>
              <a:t>설치 </a:t>
            </a:r>
            <a:r>
              <a:t>· </a:t>
            </a:r>
            <a:r>
              <a:rPr b="1">
                <a:latin typeface="+mn-lt"/>
                <a:ea typeface="+mn-ea"/>
                <a:cs typeface="+mn-cs"/>
                <a:sym typeface="Helvetica"/>
              </a:rPr>
              <a:t>로그인</a:t>
            </a:r>
          </a:p>
        </p:txBody>
      </p:sp>
      <p:sp>
        <p:nvSpPr>
          <p:cNvPr id="361"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왜 하나요 </a:t>
            </a:r>
            <a:r>
              <a:t>— </a:t>
            </a:r>
            <a:r>
              <a:rPr>
                <a:latin typeface="+mn-lt"/>
                <a:ea typeface="+mn-ea"/>
                <a:cs typeface="+mn-cs"/>
                <a:sym typeface="Helvetica"/>
              </a:rPr>
              <a:t>옵시디언 안의 </a:t>
            </a:r>
            <a:r>
              <a:t>Claude(Claudian)</a:t>
            </a:r>
            <a:r>
              <a:rPr>
                <a:latin typeface="+mn-lt"/>
                <a:ea typeface="+mn-ea"/>
                <a:cs typeface="+mn-cs"/>
                <a:sym typeface="Helvetica"/>
              </a:rPr>
              <a:t>가 내부에서 이 프로그램을 씁니다</a:t>
            </a:r>
            <a:r>
              <a:t>.</a:t>
            </a:r>
          </a:p>
        </p:txBody>
      </p:sp>
      <p:sp>
        <p:nvSpPr>
          <p:cNvPr id="362" name="todo-card"/>
          <p:cNvSpPr/>
          <p:nvPr/>
        </p:nvSpPr>
        <p:spPr>
          <a:xfrm>
            <a:off x="548640" y="1920239"/>
            <a:ext cx="5212080" cy="4160522"/>
          </a:xfrm>
          <a:prstGeom prst="roundRect">
            <a:avLst>
              <a:gd name="adj" fmla="val 2637"/>
            </a:avLst>
          </a:prstGeom>
          <a:solidFill>
            <a:srgbClr val="F5F5F7"/>
          </a:solidFill>
          <a:ln w="12700">
            <a:miter lim="400000"/>
          </a:ln>
        </p:spPr>
        <p:txBody>
          <a:bodyPr lIns="45719" rIns="45719"/>
          <a:lstStyle/>
          <a:p>
            <a:pPr/>
          </a:p>
        </p:txBody>
      </p:sp>
      <p:sp>
        <p:nvSpPr>
          <p:cNvPr id="363" name="Text 5"/>
          <p:cNvSpPr txBox="1"/>
          <p:nvPr/>
        </p:nvSpPr>
        <p:spPr>
          <a:xfrm>
            <a:off x="822960" y="2142170"/>
            <a:ext cx="4572001"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이렇게 하세요</a:t>
            </a:r>
          </a:p>
        </p:txBody>
      </p:sp>
      <p:sp>
        <p:nvSpPr>
          <p:cNvPr id="364" name="num"/>
          <p:cNvSpPr/>
          <p:nvPr/>
        </p:nvSpPr>
        <p:spPr>
          <a:xfrm>
            <a:off x="822960" y="2642616"/>
            <a:ext cx="384049" cy="384049"/>
          </a:xfrm>
          <a:prstGeom prst="ellipse">
            <a:avLst/>
          </a:prstGeom>
          <a:solidFill>
            <a:schemeClr val="accent1"/>
          </a:solidFill>
          <a:ln w="12700">
            <a:miter lim="400000"/>
          </a:ln>
        </p:spPr>
        <p:txBody>
          <a:bodyPr lIns="45719" rIns="45719"/>
          <a:lstStyle/>
          <a:p>
            <a:pPr/>
          </a:p>
        </p:txBody>
      </p:sp>
      <p:sp>
        <p:nvSpPr>
          <p:cNvPr id="365" name="Text 7"/>
          <p:cNvSpPr txBox="1"/>
          <p:nvPr/>
        </p:nvSpPr>
        <p:spPr>
          <a:xfrm>
            <a:off x="822960" y="2745739"/>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366" name="Text 8"/>
          <p:cNvSpPr txBox="1"/>
          <p:nvPr/>
        </p:nvSpPr>
        <p:spPr>
          <a:xfrm>
            <a:off x="1371599" y="2726182"/>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터미널을 연다 </a:t>
            </a:r>
            <a:r>
              <a:t>(⌘ + Space → </a:t>
            </a:r>
            <a:r>
              <a:rPr>
                <a:latin typeface="+mn-lt"/>
                <a:ea typeface="+mn-ea"/>
                <a:cs typeface="+mn-cs"/>
                <a:sym typeface="Helvetica"/>
              </a:rPr>
              <a:t>터미널</a:t>
            </a:r>
            <a:r>
              <a:t>)</a:t>
            </a:r>
          </a:p>
        </p:txBody>
      </p:sp>
      <p:sp>
        <p:nvSpPr>
          <p:cNvPr id="367" name="num"/>
          <p:cNvSpPr/>
          <p:nvPr/>
        </p:nvSpPr>
        <p:spPr>
          <a:xfrm>
            <a:off x="822960" y="3319271"/>
            <a:ext cx="384049" cy="384049"/>
          </a:xfrm>
          <a:prstGeom prst="ellipse">
            <a:avLst/>
          </a:prstGeom>
          <a:solidFill>
            <a:schemeClr val="accent1"/>
          </a:solidFill>
          <a:ln w="12700">
            <a:miter lim="400000"/>
          </a:ln>
        </p:spPr>
        <p:txBody>
          <a:bodyPr lIns="45719" rIns="45719"/>
          <a:lstStyle/>
          <a:p>
            <a:pPr/>
          </a:p>
        </p:txBody>
      </p:sp>
      <p:sp>
        <p:nvSpPr>
          <p:cNvPr id="368" name="Text 10"/>
          <p:cNvSpPr txBox="1"/>
          <p:nvPr/>
        </p:nvSpPr>
        <p:spPr>
          <a:xfrm>
            <a:off x="822960" y="3422395"/>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369" name="Text 11"/>
          <p:cNvSpPr txBox="1"/>
          <p:nvPr/>
        </p:nvSpPr>
        <p:spPr>
          <a:xfrm>
            <a:off x="1371599" y="3402838"/>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오른쪽 첫 줄을 붙여넣고 </a:t>
            </a:r>
            <a:r>
              <a:t>Enter — </a:t>
            </a:r>
            <a:r>
              <a:rPr>
                <a:latin typeface="+mn-lt"/>
                <a:ea typeface="+mn-ea"/>
                <a:cs typeface="+mn-cs"/>
                <a:sym typeface="Helvetica"/>
              </a:rPr>
              <a:t>설치가 끝날 때까지 기다린다</a:t>
            </a:r>
          </a:p>
        </p:txBody>
      </p:sp>
      <p:sp>
        <p:nvSpPr>
          <p:cNvPr id="370" name="num"/>
          <p:cNvSpPr/>
          <p:nvPr/>
        </p:nvSpPr>
        <p:spPr>
          <a:xfrm>
            <a:off x="822960" y="3995928"/>
            <a:ext cx="384049" cy="384049"/>
          </a:xfrm>
          <a:prstGeom prst="ellipse">
            <a:avLst/>
          </a:prstGeom>
          <a:solidFill>
            <a:schemeClr val="accent1"/>
          </a:solidFill>
          <a:ln w="12700">
            <a:miter lim="400000"/>
          </a:ln>
        </p:spPr>
        <p:txBody>
          <a:bodyPr lIns="45719" rIns="45719"/>
          <a:lstStyle/>
          <a:p>
            <a:pPr/>
          </a:p>
        </p:txBody>
      </p:sp>
      <p:sp>
        <p:nvSpPr>
          <p:cNvPr id="371" name="Text 13"/>
          <p:cNvSpPr txBox="1"/>
          <p:nvPr/>
        </p:nvSpPr>
        <p:spPr>
          <a:xfrm>
            <a:off x="822960" y="4099052"/>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372" name="Text 14"/>
          <p:cNvSpPr txBox="1"/>
          <p:nvPr/>
        </p:nvSpPr>
        <p:spPr>
          <a:xfrm>
            <a:off x="1371599" y="4079494"/>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t>claude </a:t>
            </a:r>
            <a:r>
              <a:rPr>
                <a:latin typeface="+mn-lt"/>
                <a:ea typeface="+mn-ea"/>
                <a:cs typeface="+mn-cs"/>
                <a:sym typeface="Helvetica"/>
              </a:rPr>
              <a:t>를 입력하고 </a:t>
            </a:r>
            <a:r>
              <a:t>Enter</a:t>
            </a:r>
          </a:p>
        </p:txBody>
      </p:sp>
      <p:sp>
        <p:nvSpPr>
          <p:cNvPr id="373" name="num"/>
          <p:cNvSpPr/>
          <p:nvPr/>
        </p:nvSpPr>
        <p:spPr>
          <a:xfrm>
            <a:off x="822960" y="4672584"/>
            <a:ext cx="384049" cy="384049"/>
          </a:xfrm>
          <a:prstGeom prst="ellipse">
            <a:avLst/>
          </a:prstGeom>
          <a:solidFill>
            <a:schemeClr val="accent1"/>
          </a:solidFill>
          <a:ln w="12700">
            <a:miter lim="400000"/>
          </a:ln>
        </p:spPr>
        <p:txBody>
          <a:bodyPr lIns="45719" rIns="45719"/>
          <a:lstStyle/>
          <a:p>
            <a:pPr/>
          </a:p>
        </p:txBody>
      </p:sp>
      <p:sp>
        <p:nvSpPr>
          <p:cNvPr id="374" name="Text 16"/>
          <p:cNvSpPr txBox="1"/>
          <p:nvPr/>
        </p:nvSpPr>
        <p:spPr>
          <a:xfrm>
            <a:off x="822960" y="4775708"/>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4</a:t>
            </a:r>
          </a:p>
        </p:txBody>
      </p:sp>
      <p:sp>
        <p:nvSpPr>
          <p:cNvPr id="375" name="Text 17"/>
          <p:cNvSpPr txBox="1"/>
          <p:nvPr/>
        </p:nvSpPr>
        <p:spPr>
          <a:xfrm>
            <a:off x="1371599" y="4756150"/>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브라우저가 열리면 </a:t>
            </a:r>
            <a:r>
              <a:t>Claude </a:t>
            </a:r>
            <a:r>
              <a:rPr>
                <a:latin typeface="+mn-lt"/>
                <a:ea typeface="+mn-ea"/>
                <a:cs typeface="+mn-cs"/>
                <a:sym typeface="Helvetica"/>
              </a:rPr>
              <a:t>계정으로 로그인</a:t>
            </a:r>
          </a:p>
        </p:txBody>
      </p:sp>
      <p:sp>
        <p:nvSpPr>
          <p:cNvPr id="376" name="num"/>
          <p:cNvSpPr/>
          <p:nvPr/>
        </p:nvSpPr>
        <p:spPr>
          <a:xfrm>
            <a:off x="822960" y="5349240"/>
            <a:ext cx="384049" cy="384049"/>
          </a:xfrm>
          <a:prstGeom prst="ellipse">
            <a:avLst/>
          </a:prstGeom>
          <a:solidFill>
            <a:schemeClr val="accent1"/>
          </a:solidFill>
          <a:ln w="12700">
            <a:miter lim="400000"/>
          </a:ln>
        </p:spPr>
        <p:txBody>
          <a:bodyPr lIns="45719" rIns="45719"/>
          <a:lstStyle/>
          <a:p>
            <a:pPr/>
          </a:p>
        </p:txBody>
      </p:sp>
      <p:sp>
        <p:nvSpPr>
          <p:cNvPr id="377" name="Text 19"/>
          <p:cNvSpPr txBox="1"/>
          <p:nvPr/>
        </p:nvSpPr>
        <p:spPr>
          <a:xfrm>
            <a:off x="822960" y="5452364"/>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5</a:t>
            </a:r>
          </a:p>
        </p:txBody>
      </p:sp>
      <p:sp>
        <p:nvSpPr>
          <p:cNvPr id="378" name="Text 20"/>
          <p:cNvSpPr txBox="1"/>
          <p:nvPr/>
        </p:nvSpPr>
        <p:spPr>
          <a:xfrm>
            <a:off x="1371599" y="5432805"/>
            <a:ext cx="4206242"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터미널에 입력창이 나오면 </a:t>
            </a:r>
            <a:r>
              <a:t>/exit </a:t>
            </a:r>
            <a:r>
              <a:rPr>
                <a:latin typeface="+mn-lt"/>
                <a:ea typeface="+mn-ea"/>
                <a:cs typeface="+mn-cs"/>
                <a:sym typeface="Helvetica"/>
              </a:rPr>
              <a:t>입력 </a:t>
            </a:r>
            <a:r>
              <a:t>→ Enter</a:t>
            </a:r>
          </a:p>
        </p:txBody>
      </p:sp>
      <p:sp>
        <p:nvSpPr>
          <p:cNvPr id="379" name="terminal"/>
          <p:cNvSpPr/>
          <p:nvPr/>
        </p:nvSpPr>
        <p:spPr>
          <a:xfrm>
            <a:off x="6035040" y="1920239"/>
            <a:ext cx="5605272" cy="1100329"/>
          </a:xfrm>
          <a:prstGeom prst="roundRect">
            <a:avLst>
              <a:gd name="adj" fmla="val 6648"/>
            </a:avLst>
          </a:prstGeom>
          <a:solidFill>
            <a:srgbClr val="1D1D1F"/>
          </a:solidFill>
          <a:ln w="12700">
            <a:miter lim="400000"/>
          </a:ln>
        </p:spPr>
        <p:txBody>
          <a:bodyPr lIns="45719" rIns="45719"/>
          <a:lstStyle/>
          <a:p>
            <a:pPr/>
          </a:p>
        </p:txBody>
      </p:sp>
      <p:sp>
        <p:nvSpPr>
          <p:cNvPr id="380" name="terminal-text"/>
          <p:cNvSpPr txBox="1"/>
          <p:nvPr/>
        </p:nvSpPr>
        <p:spPr>
          <a:xfrm>
            <a:off x="6217920" y="2066544"/>
            <a:ext cx="5239513" cy="66936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100">
                <a:solidFill>
                  <a:schemeClr val="accent2">
                    <a:hueOff val="-15247060"/>
                    <a:satOff val="-68000"/>
                    <a:lumOff val="4901"/>
                  </a:schemeClr>
                </a:solidFill>
                <a:latin typeface="Menlo Regular"/>
                <a:ea typeface="Menlo Regular"/>
                <a:cs typeface="Menlo Regular"/>
                <a:sym typeface="Menlo Regular"/>
              </a:defRPr>
            </a:pPr>
            <a:r>
              <a:t>curl -fsSL https://claude.ai/install.sh | bash</a:t>
            </a:r>
          </a:p>
          <a:p>
            <a:pPr>
              <a:defRPr sz="1100">
                <a:solidFill>
                  <a:schemeClr val="accent2">
                    <a:hueOff val="-15247060"/>
                    <a:satOff val="-68000"/>
                    <a:lumOff val="4901"/>
                  </a:schemeClr>
                </a:solidFill>
                <a:latin typeface="Menlo Regular"/>
                <a:ea typeface="Menlo Regular"/>
                <a:cs typeface="Menlo Regular"/>
                <a:sym typeface="Menlo Regular"/>
              </a:defRPr>
            </a:pPr>
            <a:r>
              <a:t> </a:t>
            </a:r>
          </a:p>
          <a:p>
            <a:pPr>
              <a:defRPr sz="1100">
                <a:solidFill>
                  <a:schemeClr val="accent2">
                    <a:hueOff val="-15247060"/>
                    <a:satOff val="-68000"/>
                    <a:lumOff val="4901"/>
                  </a:schemeClr>
                </a:solidFill>
                <a:latin typeface="Menlo Regular"/>
                <a:ea typeface="Menlo Regular"/>
                <a:cs typeface="Menlo Regular"/>
                <a:sym typeface="Menlo Regular"/>
              </a:defRPr>
            </a:pPr>
            <a:r>
              <a:t>claude</a:t>
            </a:r>
          </a:p>
          <a:p>
            <a:pPr>
              <a:defRPr sz="1100">
                <a:solidFill>
                  <a:srgbClr val="6E6E73"/>
                </a:solidFill>
                <a:latin typeface="Menlo Regular"/>
                <a:ea typeface="Menlo Regular"/>
                <a:cs typeface="Menlo Regular"/>
                <a:sym typeface="Menlo Regular"/>
              </a:defRPr>
            </a:pPr>
            <a:r>
              <a:t># 로그인 후 → /exit</a:t>
            </a:r>
          </a:p>
        </p:txBody>
      </p:sp>
      <p:sp>
        <p:nvSpPr>
          <p:cNvPr id="381" name="box-ok"/>
          <p:cNvSpPr/>
          <p:nvPr/>
        </p:nvSpPr>
        <p:spPr>
          <a:xfrm>
            <a:off x="6035040" y="3249167"/>
            <a:ext cx="5605272" cy="1143001"/>
          </a:xfrm>
          <a:prstGeom prst="roundRect">
            <a:avLst>
              <a:gd name="adj" fmla="val 8000"/>
            </a:avLst>
          </a:prstGeom>
          <a:solidFill>
            <a:schemeClr val="accent3">
              <a:alpha val="10000"/>
            </a:schemeClr>
          </a:solidFill>
          <a:ln w="12700">
            <a:miter lim="400000"/>
          </a:ln>
        </p:spPr>
        <p:txBody>
          <a:bodyPr lIns="45719" rIns="45719"/>
          <a:lstStyle/>
          <a:p>
            <a:pPr/>
          </a:p>
        </p:txBody>
      </p:sp>
      <p:sp>
        <p:nvSpPr>
          <p:cNvPr id="382" name="box-text"/>
          <p:cNvSpPr txBox="1"/>
          <p:nvPr/>
        </p:nvSpPr>
        <p:spPr>
          <a:xfrm>
            <a:off x="6236208" y="3377184"/>
            <a:ext cx="5202937" cy="469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chemeClr val="accent3"/>
                </a:solidFill>
                <a:latin typeface="Pretendard Bold"/>
                <a:ea typeface="Pretendard Bold"/>
                <a:cs typeface="Pretendard Bold"/>
                <a:sym typeface="Pretendard Bold"/>
              </a:defRPr>
            </a:pPr>
            <a:r>
              <a:rPr b="1">
                <a:latin typeface="+mn-lt"/>
                <a:ea typeface="+mn-ea"/>
                <a:cs typeface="+mn-cs"/>
                <a:sym typeface="Helvetica"/>
              </a:rPr>
              <a:t>✅ 이렇게 보이면 성공</a:t>
            </a:r>
          </a:p>
          <a:p>
            <a:pPr>
              <a:spcBef>
                <a:spcPts val="200"/>
              </a:spcBef>
              <a:defRPr sz="1200"/>
            </a:pPr>
            <a:r>
              <a:t>claude --version </a:t>
            </a:r>
            <a:r>
              <a:rPr>
                <a:latin typeface="+mn-lt"/>
                <a:ea typeface="+mn-ea"/>
                <a:cs typeface="+mn-cs"/>
                <a:sym typeface="Helvetica"/>
              </a:rPr>
              <a:t>을 입력하면 버전 번호</a:t>
            </a:r>
            <a:r>
              <a:t>(</a:t>
            </a:r>
            <a:r>
              <a:rPr>
                <a:latin typeface="+mn-lt"/>
                <a:ea typeface="+mn-ea"/>
                <a:cs typeface="+mn-cs"/>
                <a:sym typeface="Helvetica"/>
              </a:rPr>
              <a:t>예</a:t>
            </a:r>
            <a:r>
              <a:t>: 2.1.x)</a:t>
            </a:r>
            <a:r>
              <a:rPr>
                <a:latin typeface="+mn-lt"/>
                <a:ea typeface="+mn-ea"/>
                <a:cs typeface="+mn-cs"/>
                <a:sym typeface="Helvetica"/>
              </a:rPr>
              <a:t>가 나온다</a:t>
            </a:r>
          </a:p>
        </p:txBody>
      </p:sp>
      <p:sp>
        <p:nvSpPr>
          <p:cNvPr id="383" name="box-no"/>
          <p:cNvSpPr/>
          <p:nvPr/>
        </p:nvSpPr>
        <p:spPr>
          <a:xfrm>
            <a:off x="6035040" y="4575047"/>
            <a:ext cx="5605272" cy="1505713"/>
          </a:xfrm>
          <a:prstGeom prst="roundRect">
            <a:avLst>
              <a:gd name="adj" fmla="val 6073"/>
            </a:avLst>
          </a:prstGeom>
          <a:solidFill>
            <a:srgbClr val="F5F5F7"/>
          </a:solidFill>
          <a:ln w="12700">
            <a:miter lim="400000"/>
          </a:ln>
        </p:spPr>
        <p:txBody>
          <a:bodyPr lIns="45719" rIns="45719"/>
          <a:lstStyle/>
          <a:p>
            <a:pPr/>
          </a:p>
        </p:txBody>
      </p:sp>
      <p:sp>
        <p:nvSpPr>
          <p:cNvPr id="384" name="box-text"/>
          <p:cNvSpPr txBox="1"/>
          <p:nvPr/>
        </p:nvSpPr>
        <p:spPr>
          <a:xfrm>
            <a:off x="6236208" y="4703064"/>
            <a:ext cx="5202937"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rgbClr val="6E6E73"/>
                </a:solidFill>
                <a:latin typeface="Pretendard Bold"/>
                <a:ea typeface="Pretendard Bold"/>
                <a:cs typeface="Pretendard Bold"/>
                <a:sym typeface="Pretendard Bold"/>
              </a:defRPr>
            </a:pPr>
            <a:r>
              <a:rPr b="1">
                <a:latin typeface="+mn-lt"/>
                <a:ea typeface="+mn-ea"/>
                <a:cs typeface="+mn-cs"/>
                <a:sym typeface="Helvetica"/>
              </a:rPr>
              <a:t>막히면</a:t>
            </a:r>
          </a:p>
          <a:p>
            <a:pPr>
              <a:spcBef>
                <a:spcPts val="200"/>
              </a:spcBef>
              <a:defRPr sz="1200"/>
            </a:pPr>
            <a:r>
              <a:rPr>
                <a:latin typeface="+mn-lt"/>
                <a:ea typeface="+mn-ea"/>
                <a:cs typeface="+mn-cs"/>
                <a:sym typeface="Helvetica"/>
              </a:rPr>
              <a:t>「</a:t>
            </a:r>
            <a:r>
              <a:t>command not found: claude</a:t>
            </a:r>
            <a:r>
              <a:rPr>
                <a:latin typeface="+mn-lt"/>
                <a:ea typeface="+mn-ea"/>
                <a:cs typeface="+mn-cs"/>
                <a:sym typeface="Helvetica"/>
              </a:rPr>
              <a:t>」 </a:t>
            </a:r>
            <a:r>
              <a:t>→ </a:t>
            </a:r>
            <a:r>
              <a:rPr>
                <a:latin typeface="+mn-lt"/>
                <a:ea typeface="+mn-ea"/>
                <a:cs typeface="+mn-cs"/>
                <a:sym typeface="Helvetica"/>
              </a:rPr>
              <a:t>터미널을 닫고 새로 연 뒤 다시 </a:t>
            </a:r>
            <a:r>
              <a:t>claude</a:t>
            </a:r>
          </a:p>
        </p:txBody>
      </p:sp>
      <p:sp>
        <p:nvSpPr>
          <p:cNvPr id="385" name="tracker"/>
          <p:cNvSpPr/>
          <p:nvPr/>
        </p:nvSpPr>
        <p:spPr>
          <a:xfrm>
            <a:off x="4937759" y="6437376"/>
            <a:ext cx="118873" cy="118873"/>
          </a:xfrm>
          <a:prstGeom prst="ellipse">
            <a:avLst/>
          </a:prstGeom>
          <a:solidFill>
            <a:schemeClr val="accent1"/>
          </a:solidFill>
          <a:ln>
            <a:solidFill>
              <a:schemeClr val="accent1"/>
            </a:solidFill>
          </a:ln>
        </p:spPr>
        <p:txBody>
          <a:bodyPr lIns="45719" rIns="45719"/>
          <a:lstStyle/>
          <a:p>
            <a:pPr/>
          </a:p>
        </p:txBody>
      </p:sp>
      <p:sp>
        <p:nvSpPr>
          <p:cNvPr id="386" name="tracker"/>
          <p:cNvSpPr/>
          <p:nvPr/>
        </p:nvSpPr>
        <p:spPr>
          <a:xfrm>
            <a:off x="5212079" y="6437376"/>
            <a:ext cx="118873" cy="118873"/>
          </a:xfrm>
          <a:prstGeom prst="ellipse">
            <a:avLst/>
          </a:prstGeom>
          <a:solidFill>
            <a:srgbClr val="F5F5F7"/>
          </a:solidFill>
          <a:ln>
            <a:solidFill>
              <a:srgbClr val="C9C9D2"/>
            </a:solidFill>
          </a:ln>
        </p:spPr>
        <p:txBody>
          <a:bodyPr lIns="45719" rIns="45719"/>
          <a:lstStyle/>
          <a:p>
            <a:pPr/>
          </a:p>
        </p:txBody>
      </p:sp>
      <p:sp>
        <p:nvSpPr>
          <p:cNvPr id="387" name="tracker"/>
          <p:cNvSpPr/>
          <p:nvPr/>
        </p:nvSpPr>
        <p:spPr>
          <a:xfrm>
            <a:off x="5486400" y="6437376"/>
            <a:ext cx="118873" cy="118873"/>
          </a:xfrm>
          <a:prstGeom prst="ellipse">
            <a:avLst/>
          </a:prstGeom>
          <a:solidFill>
            <a:srgbClr val="F5F5F7"/>
          </a:solidFill>
          <a:ln>
            <a:solidFill>
              <a:srgbClr val="C9C9D2"/>
            </a:solidFill>
          </a:ln>
        </p:spPr>
        <p:txBody>
          <a:bodyPr lIns="45719" rIns="45719"/>
          <a:lstStyle/>
          <a:p>
            <a:pPr/>
          </a:p>
        </p:txBody>
      </p:sp>
      <p:sp>
        <p:nvSpPr>
          <p:cNvPr id="388" name="tracker"/>
          <p:cNvSpPr/>
          <p:nvPr/>
        </p:nvSpPr>
        <p:spPr>
          <a:xfrm>
            <a:off x="5760720" y="6437376"/>
            <a:ext cx="118873" cy="118873"/>
          </a:xfrm>
          <a:prstGeom prst="ellipse">
            <a:avLst/>
          </a:prstGeom>
          <a:solidFill>
            <a:srgbClr val="F5F5F7"/>
          </a:solidFill>
          <a:ln>
            <a:solidFill>
              <a:srgbClr val="C9C9D2"/>
            </a:solidFill>
          </a:ln>
        </p:spPr>
        <p:txBody>
          <a:bodyPr lIns="45719" rIns="45719"/>
          <a:lstStyle/>
          <a:p>
            <a:pPr/>
          </a:p>
        </p:txBody>
      </p:sp>
      <p:sp>
        <p:nvSpPr>
          <p:cNvPr id="389" name="tracker"/>
          <p:cNvSpPr/>
          <p:nvPr/>
        </p:nvSpPr>
        <p:spPr>
          <a:xfrm>
            <a:off x="6035040" y="6437376"/>
            <a:ext cx="118873" cy="118873"/>
          </a:xfrm>
          <a:prstGeom prst="ellipse">
            <a:avLst/>
          </a:prstGeom>
          <a:solidFill>
            <a:srgbClr val="F5F5F7"/>
          </a:solidFill>
          <a:ln>
            <a:solidFill>
              <a:srgbClr val="C9C9D2"/>
            </a:solidFill>
          </a:ln>
        </p:spPr>
        <p:txBody>
          <a:bodyPr lIns="45719" rIns="45719"/>
          <a:lstStyle/>
          <a:p>
            <a:pPr/>
          </a:p>
        </p:txBody>
      </p:sp>
      <p:sp>
        <p:nvSpPr>
          <p:cNvPr id="390" name="tracker"/>
          <p:cNvSpPr/>
          <p:nvPr/>
        </p:nvSpPr>
        <p:spPr>
          <a:xfrm>
            <a:off x="6309359" y="6437376"/>
            <a:ext cx="118873" cy="118873"/>
          </a:xfrm>
          <a:prstGeom prst="ellipse">
            <a:avLst/>
          </a:prstGeom>
          <a:solidFill>
            <a:srgbClr val="F5F5F7"/>
          </a:solidFill>
          <a:ln>
            <a:solidFill>
              <a:srgbClr val="C9C9D2"/>
            </a:solidFill>
          </a:ln>
        </p:spPr>
        <p:txBody>
          <a:bodyPr lIns="45719" rIns="45719"/>
          <a:lstStyle/>
          <a:p>
            <a:pPr/>
          </a:p>
        </p:txBody>
      </p:sp>
      <p:sp>
        <p:nvSpPr>
          <p:cNvPr id="391" name="tracker"/>
          <p:cNvSpPr/>
          <p:nvPr/>
        </p:nvSpPr>
        <p:spPr>
          <a:xfrm>
            <a:off x="6583680" y="6437376"/>
            <a:ext cx="118873" cy="118873"/>
          </a:xfrm>
          <a:prstGeom prst="ellipse">
            <a:avLst/>
          </a:prstGeom>
          <a:solidFill>
            <a:srgbClr val="F5F5F7"/>
          </a:solidFill>
          <a:ln>
            <a:solidFill>
              <a:srgbClr val="C9C9D2"/>
            </a:solidFill>
          </a:ln>
        </p:spPr>
        <p:txBody>
          <a:bodyPr lIns="45719" rIns="45719"/>
          <a:lstStyle/>
          <a:p>
            <a:pPr/>
          </a:p>
        </p:txBody>
      </p:sp>
      <p:sp>
        <p:nvSpPr>
          <p:cNvPr id="392" name="tracker"/>
          <p:cNvSpPr/>
          <p:nvPr/>
        </p:nvSpPr>
        <p:spPr>
          <a:xfrm>
            <a:off x="6858000" y="6437376"/>
            <a:ext cx="118873" cy="118873"/>
          </a:xfrm>
          <a:prstGeom prst="ellipse">
            <a:avLst/>
          </a:prstGeom>
          <a:solidFill>
            <a:srgbClr val="F5F5F7"/>
          </a:solidFill>
          <a:ln>
            <a:solidFill>
              <a:srgbClr val="C9C9D2"/>
            </a:solidFill>
          </a:ln>
        </p:spPr>
        <p:txBody>
          <a:bodyPr lIns="45719" rIns="45719"/>
          <a:lstStyle/>
          <a:p>
            <a:pPr/>
          </a:p>
        </p:txBody>
      </p:sp>
      <p:sp>
        <p:nvSpPr>
          <p:cNvPr id="393" name="tracker"/>
          <p:cNvSpPr/>
          <p:nvPr/>
        </p:nvSpPr>
        <p:spPr>
          <a:xfrm>
            <a:off x="7132319" y="6437376"/>
            <a:ext cx="118873" cy="118873"/>
          </a:xfrm>
          <a:prstGeom prst="ellipse">
            <a:avLst/>
          </a:prstGeom>
          <a:solidFill>
            <a:srgbClr val="F5F5F7"/>
          </a:solidFill>
          <a:ln>
            <a:solidFill>
              <a:srgbClr val="C9C9D2"/>
            </a:solidFill>
          </a:ln>
        </p:spPr>
        <p:txBody>
          <a:bodyPr lIns="45719" rIns="45719"/>
          <a:lstStyle/>
          <a:p>
            <a:pPr/>
          </a:p>
        </p:txBody>
      </p:sp>
      <p:sp>
        <p:nvSpPr>
          <p:cNvPr id="394" name="Text 36"/>
          <p:cNvSpPr txBox="1"/>
          <p:nvPr/>
        </p:nvSpPr>
        <p:spPr>
          <a:xfrm>
            <a:off x="7452359" y="6426961"/>
            <a:ext cx="731521"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chemeClr val="accent1"/>
                </a:solidFill>
                <a:latin typeface="Pretendard Bold"/>
                <a:ea typeface="Pretendard Bold"/>
                <a:cs typeface="Pretendard Bold"/>
                <a:sym typeface="Pretendard Bold"/>
              </a:defRPr>
            </a:lvl1pPr>
          </a:lstStyle>
          <a:p>
            <a:pPr/>
            <a:r>
              <a:t>1 / 9</a:t>
            </a:r>
          </a:p>
        </p:txBody>
      </p:sp>
      <p:sp>
        <p:nvSpPr>
          <p:cNvPr id="395" name="Slide Number Placeholder 0"/>
          <p:cNvSpPr txBox="1"/>
          <p:nvPr>
            <p:ph type="sldNum" sz="quarter" idx="4294967295"/>
          </p:nvPr>
        </p:nvSpPr>
        <p:spPr>
          <a:xfrm>
            <a:off x="11466073" y="6355079"/>
            <a:ext cx="174239"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9"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a:t>
            </a:r>
            <a:r>
              <a:t>· </a:t>
            </a:r>
            <a:r>
              <a:rPr b="1">
                <a:latin typeface="+mn-lt"/>
                <a:ea typeface="+mn-ea"/>
                <a:cs typeface="+mn-cs"/>
                <a:sym typeface="Helvetica"/>
              </a:rPr>
              <a:t>설치</a:t>
            </a:r>
          </a:p>
        </p:txBody>
      </p:sp>
      <p:sp>
        <p:nvSpPr>
          <p:cNvPr id="400"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STEP 2 / 9</a:t>
            </a:r>
          </a:p>
        </p:txBody>
      </p:sp>
      <p:sp>
        <p:nvSpPr>
          <p:cNvPr id="401" name="Text 1"/>
          <p:cNvSpPr txBox="1"/>
          <p:nvPr>
            <p:ph type="title"/>
          </p:nvPr>
        </p:nvSpPr>
        <p:spPr>
          <a:xfrm>
            <a:off x="548640" y="676655"/>
            <a:ext cx="11091672" cy="658369"/>
          </a:xfrm>
          <a:prstGeom prst="rect">
            <a:avLst/>
          </a:prstGeom>
        </p:spPr>
        <p:txBody>
          <a:bodyPr lIns="0" tIns="0" rIns="0" bIns="0" anchor="ctr"/>
          <a:lstStyle/>
          <a:p>
            <a:pPr/>
            <a:r>
              <a:t>STEP 2.  Claudian </a:t>
            </a:r>
            <a:r>
              <a:rPr b="1">
                <a:latin typeface="+mn-lt"/>
                <a:ea typeface="+mn-ea"/>
                <a:cs typeface="+mn-cs"/>
                <a:sym typeface="Helvetica"/>
              </a:rPr>
              <a:t>플러그인 넣기</a:t>
            </a:r>
          </a:p>
        </p:txBody>
      </p:sp>
      <p:sp>
        <p:nvSpPr>
          <p:cNvPr id="402"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왜 하나요 </a:t>
            </a:r>
            <a:r>
              <a:t>— </a:t>
            </a:r>
            <a:r>
              <a:rPr>
                <a:latin typeface="+mn-lt"/>
                <a:ea typeface="+mn-ea"/>
                <a:cs typeface="+mn-cs"/>
                <a:sym typeface="Helvetica"/>
              </a:rPr>
              <a:t>옵시디언 안에서 </a:t>
            </a:r>
            <a:r>
              <a:t>Claude</a:t>
            </a:r>
            <a:r>
              <a:rPr>
                <a:latin typeface="+mn-lt"/>
                <a:ea typeface="+mn-ea"/>
                <a:cs typeface="+mn-cs"/>
                <a:sym typeface="Helvetica"/>
              </a:rPr>
              <a:t>와 대화하는 창입니다</a:t>
            </a:r>
            <a:r>
              <a:t>. 6</a:t>
            </a:r>
            <a:r>
              <a:rPr>
                <a:latin typeface="+mn-lt"/>
                <a:ea typeface="+mn-ea"/>
                <a:cs typeface="+mn-cs"/>
                <a:sym typeface="Helvetica"/>
              </a:rPr>
              <a:t>개 볼트 모두에 있어야 합니다</a:t>
            </a:r>
            <a:r>
              <a:t>.</a:t>
            </a:r>
          </a:p>
        </p:txBody>
      </p:sp>
      <p:sp>
        <p:nvSpPr>
          <p:cNvPr id="403" name="todo-card"/>
          <p:cNvSpPr/>
          <p:nvPr/>
        </p:nvSpPr>
        <p:spPr>
          <a:xfrm>
            <a:off x="548640" y="1920239"/>
            <a:ext cx="5212080" cy="4160522"/>
          </a:xfrm>
          <a:prstGeom prst="roundRect">
            <a:avLst>
              <a:gd name="adj" fmla="val 2637"/>
            </a:avLst>
          </a:prstGeom>
          <a:solidFill>
            <a:srgbClr val="F5F5F7"/>
          </a:solidFill>
          <a:ln w="12700">
            <a:miter lim="400000"/>
          </a:ln>
        </p:spPr>
        <p:txBody>
          <a:bodyPr lIns="45719" rIns="45719"/>
          <a:lstStyle/>
          <a:p>
            <a:pPr/>
          </a:p>
        </p:txBody>
      </p:sp>
      <p:sp>
        <p:nvSpPr>
          <p:cNvPr id="404" name="Text 5"/>
          <p:cNvSpPr txBox="1"/>
          <p:nvPr/>
        </p:nvSpPr>
        <p:spPr>
          <a:xfrm>
            <a:off x="822960" y="2142170"/>
            <a:ext cx="4572001"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이렇게 하세요</a:t>
            </a:r>
          </a:p>
        </p:txBody>
      </p:sp>
      <p:sp>
        <p:nvSpPr>
          <p:cNvPr id="405" name="num"/>
          <p:cNvSpPr/>
          <p:nvPr/>
        </p:nvSpPr>
        <p:spPr>
          <a:xfrm>
            <a:off x="822960" y="2642616"/>
            <a:ext cx="384049" cy="384049"/>
          </a:xfrm>
          <a:prstGeom prst="ellipse">
            <a:avLst/>
          </a:prstGeom>
          <a:solidFill>
            <a:schemeClr val="accent1"/>
          </a:solidFill>
          <a:ln w="12700">
            <a:miter lim="400000"/>
          </a:ln>
        </p:spPr>
        <p:txBody>
          <a:bodyPr lIns="45719" rIns="45719"/>
          <a:lstStyle/>
          <a:p>
            <a:pPr/>
          </a:p>
        </p:txBody>
      </p:sp>
      <p:sp>
        <p:nvSpPr>
          <p:cNvPr id="406" name="Text 7"/>
          <p:cNvSpPr txBox="1"/>
          <p:nvPr/>
        </p:nvSpPr>
        <p:spPr>
          <a:xfrm>
            <a:off x="822960" y="2745739"/>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407" name="Text 8"/>
          <p:cNvSpPr txBox="1"/>
          <p:nvPr/>
        </p:nvSpPr>
        <p:spPr>
          <a:xfrm>
            <a:off x="1371599" y="2569464"/>
            <a:ext cx="4206242" cy="4295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오른쪽 명령을 통째로 붙여넣고 </a:t>
            </a:r>
            <a:r>
              <a:t>Enter (</a:t>
            </a:r>
            <a:r>
              <a:rPr>
                <a:latin typeface="+mn-lt"/>
                <a:ea typeface="+mn-ea"/>
                <a:cs typeface="+mn-cs"/>
                <a:sym typeface="Helvetica"/>
              </a:rPr>
              <a:t>허브에 있는 플러그인을 나머지 </a:t>
            </a:r>
            <a:r>
              <a:t>4</a:t>
            </a:r>
            <a:r>
              <a:rPr>
                <a:latin typeface="+mn-lt"/>
                <a:ea typeface="+mn-ea"/>
                <a:cs typeface="+mn-cs"/>
                <a:sym typeface="Helvetica"/>
              </a:rPr>
              <a:t>개 볼트로 복사</a:t>
            </a:r>
            <a:r>
              <a:t>)</a:t>
            </a:r>
          </a:p>
        </p:txBody>
      </p:sp>
      <p:sp>
        <p:nvSpPr>
          <p:cNvPr id="408" name="num"/>
          <p:cNvSpPr/>
          <p:nvPr/>
        </p:nvSpPr>
        <p:spPr>
          <a:xfrm>
            <a:off x="822960" y="3429000"/>
            <a:ext cx="384049" cy="384048"/>
          </a:xfrm>
          <a:prstGeom prst="ellipse">
            <a:avLst/>
          </a:prstGeom>
          <a:solidFill>
            <a:schemeClr val="accent1"/>
          </a:solidFill>
          <a:ln w="12700">
            <a:miter lim="400000"/>
          </a:ln>
        </p:spPr>
        <p:txBody>
          <a:bodyPr lIns="45719" rIns="45719"/>
          <a:lstStyle/>
          <a:p>
            <a:pPr/>
          </a:p>
        </p:txBody>
      </p:sp>
      <p:sp>
        <p:nvSpPr>
          <p:cNvPr id="409" name="Text 10"/>
          <p:cNvSpPr txBox="1"/>
          <p:nvPr/>
        </p:nvSpPr>
        <p:spPr>
          <a:xfrm>
            <a:off x="822960" y="3532123"/>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410" name="Text 11"/>
          <p:cNvSpPr txBox="1"/>
          <p:nvPr/>
        </p:nvSpPr>
        <p:spPr>
          <a:xfrm>
            <a:off x="1371599" y="3495547"/>
            <a:ext cx="4206242"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옵시디언을 완전히 종료</a:t>
            </a:r>
            <a:r>
              <a:t>(⌘Q)</a:t>
            </a:r>
            <a:r>
              <a:rPr>
                <a:latin typeface="+mn-lt"/>
                <a:ea typeface="+mn-ea"/>
                <a:cs typeface="+mn-cs"/>
                <a:sym typeface="Helvetica"/>
              </a:rPr>
              <a:t>했다가 다시 연다</a:t>
            </a:r>
          </a:p>
        </p:txBody>
      </p:sp>
      <p:sp>
        <p:nvSpPr>
          <p:cNvPr id="411" name="num"/>
          <p:cNvSpPr/>
          <p:nvPr/>
        </p:nvSpPr>
        <p:spPr>
          <a:xfrm>
            <a:off x="822960" y="4215384"/>
            <a:ext cx="384049" cy="384049"/>
          </a:xfrm>
          <a:prstGeom prst="ellipse">
            <a:avLst/>
          </a:prstGeom>
          <a:solidFill>
            <a:schemeClr val="accent1"/>
          </a:solidFill>
          <a:ln w="12700">
            <a:miter lim="400000"/>
          </a:ln>
        </p:spPr>
        <p:txBody>
          <a:bodyPr lIns="45719" rIns="45719"/>
          <a:lstStyle/>
          <a:p>
            <a:pPr/>
          </a:p>
        </p:txBody>
      </p:sp>
      <p:sp>
        <p:nvSpPr>
          <p:cNvPr id="412" name="Text 13"/>
          <p:cNvSpPr txBox="1"/>
          <p:nvPr/>
        </p:nvSpPr>
        <p:spPr>
          <a:xfrm>
            <a:off x="822960" y="4318508"/>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413" name="Text 14"/>
          <p:cNvSpPr txBox="1"/>
          <p:nvPr/>
        </p:nvSpPr>
        <p:spPr>
          <a:xfrm>
            <a:off x="1371599" y="4233424"/>
            <a:ext cx="4206242" cy="42952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볼트마다 설정</a:t>
            </a:r>
            <a:r>
              <a:t>(⌘,) → </a:t>
            </a:r>
            <a:r>
              <a:rPr>
                <a:latin typeface="+mn-lt"/>
                <a:ea typeface="+mn-ea"/>
                <a:cs typeface="+mn-cs"/>
                <a:sym typeface="Helvetica"/>
              </a:rPr>
              <a:t>커뮤니티 플러그인 </a:t>
            </a:r>
            <a:r>
              <a:t>→ Claudian</a:t>
            </a:r>
            <a:r>
              <a:rPr>
                <a:latin typeface="+mn-lt"/>
                <a:ea typeface="+mn-ea"/>
                <a:cs typeface="+mn-cs"/>
                <a:sym typeface="Helvetica"/>
              </a:rPr>
              <a:t>이 켜져 있는지 확인</a:t>
            </a:r>
          </a:p>
        </p:txBody>
      </p:sp>
      <p:sp>
        <p:nvSpPr>
          <p:cNvPr id="414" name="num"/>
          <p:cNvSpPr/>
          <p:nvPr/>
        </p:nvSpPr>
        <p:spPr>
          <a:xfrm>
            <a:off x="822960" y="5001767"/>
            <a:ext cx="384049" cy="384049"/>
          </a:xfrm>
          <a:prstGeom prst="ellipse">
            <a:avLst/>
          </a:prstGeom>
          <a:solidFill>
            <a:schemeClr val="accent1"/>
          </a:solidFill>
          <a:ln w="12700">
            <a:miter lim="400000"/>
          </a:ln>
        </p:spPr>
        <p:txBody>
          <a:bodyPr lIns="45719" rIns="45719"/>
          <a:lstStyle/>
          <a:p>
            <a:pPr/>
          </a:p>
        </p:txBody>
      </p:sp>
      <p:sp>
        <p:nvSpPr>
          <p:cNvPr id="415" name="Text 16"/>
          <p:cNvSpPr txBox="1"/>
          <p:nvPr/>
        </p:nvSpPr>
        <p:spPr>
          <a:xfrm>
            <a:off x="822960" y="5104891"/>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4</a:t>
            </a:r>
          </a:p>
        </p:txBody>
      </p:sp>
      <p:sp>
        <p:nvSpPr>
          <p:cNvPr id="416" name="Text 17"/>
          <p:cNvSpPr txBox="1"/>
          <p:nvPr/>
        </p:nvSpPr>
        <p:spPr>
          <a:xfrm>
            <a:off x="1371599" y="5019808"/>
            <a:ext cx="4206242" cy="42952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t>Claudian </a:t>
            </a:r>
            <a:r>
              <a:rPr>
                <a:latin typeface="+mn-lt"/>
                <a:ea typeface="+mn-ea"/>
                <a:cs typeface="+mn-cs"/>
                <a:sym typeface="Helvetica"/>
              </a:rPr>
              <a:t>설정의 「사용자 설정 불러오기」가 켜져 있는지 확인 </a:t>
            </a:r>
            <a:r>
              <a:t>(</a:t>
            </a:r>
            <a:r>
              <a:rPr>
                <a:latin typeface="+mn-lt"/>
                <a:ea typeface="+mn-ea"/>
                <a:cs typeface="+mn-cs"/>
                <a:sym typeface="Helvetica"/>
              </a:rPr>
              <a:t>기본값 켜짐</a:t>
            </a:r>
            <a:r>
              <a:t>)</a:t>
            </a:r>
          </a:p>
        </p:txBody>
      </p:sp>
      <p:sp>
        <p:nvSpPr>
          <p:cNvPr id="417" name="terminal"/>
          <p:cNvSpPr/>
          <p:nvPr/>
        </p:nvSpPr>
        <p:spPr>
          <a:xfrm>
            <a:off x="6035040" y="1920239"/>
            <a:ext cx="5605272" cy="1678687"/>
          </a:xfrm>
          <a:prstGeom prst="roundRect">
            <a:avLst>
              <a:gd name="adj" fmla="val 4358"/>
            </a:avLst>
          </a:prstGeom>
          <a:solidFill>
            <a:srgbClr val="1D1D1F"/>
          </a:solidFill>
          <a:ln w="12700">
            <a:miter lim="400000"/>
          </a:ln>
        </p:spPr>
        <p:txBody>
          <a:bodyPr lIns="45719" rIns="45719"/>
          <a:lstStyle/>
          <a:p>
            <a:pPr/>
          </a:p>
        </p:txBody>
      </p:sp>
      <p:sp>
        <p:nvSpPr>
          <p:cNvPr id="418" name="terminal-text"/>
          <p:cNvSpPr txBox="1"/>
          <p:nvPr/>
        </p:nvSpPr>
        <p:spPr>
          <a:xfrm>
            <a:off x="6217920" y="2066544"/>
            <a:ext cx="5239513" cy="1155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100">
                <a:solidFill>
                  <a:schemeClr val="accent2">
                    <a:hueOff val="-15247060"/>
                    <a:satOff val="-68000"/>
                    <a:lumOff val="4901"/>
                  </a:schemeClr>
                </a:solidFill>
                <a:latin typeface="Menlo Regular"/>
                <a:ea typeface="Menlo Regular"/>
                <a:cs typeface="Menlo Regular"/>
                <a:sym typeface="Menlo Regular"/>
              </a:defRPr>
            </a:pPr>
            <a:r>
              <a:t>cd ~/Documents/GitHub/design</a:t>
            </a:r>
          </a:p>
          <a:p>
            <a:pPr>
              <a:defRPr sz="1100">
                <a:solidFill>
                  <a:schemeClr val="accent2">
                    <a:hueOff val="-15247060"/>
                    <a:satOff val="-68000"/>
                    <a:lumOff val="4901"/>
                  </a:schemeClr>
                </a:solidFill>
                <a:latin typeface="Menlo Regular"/>
                <a:ea typeface="Menlo Regular"/>
                <a:cs typeface="Menlo Regular"/>
                <a:sym typeface="Menlo Regular"/>
              </a:defRPr>
            </a:pPr>
            <a:r>
              <a:t>for v in cdbd-design-system cdbd-marketing \</a:t>
            </a:r>
          </a:p>
          <a:p>
            <a:pPr>
              <a:defRPr sz="1100">
                <a:solidFill>
                  <a:schemeClr val="accent2">
                    <a:hueOff val="-15247060"/>
                    <a:satOff val="-68000"/>
                    <a:lumOff val="4901"/>
                  </a:schemeClr>
                </a:solidFill>
                <a:latin typeface="Menlo Regular"/>
                <a:ea typeface="Menlo Regular"/>
                <a:cs typeface="Menlo Regular"/>
                <a:sym typeface="Menlo Regular"/>
              </a:defRPr>
            </a:pPr>
            <a:r>
              <a:t>         cdbd-templates makevu-qrstp; do</a:t>
            </a:r>
          </a:p>
          <a:p>
            <a:pPr>
              <a:defRPr sz="1100">
                <a:solidFill>
                  <a:schemeClr val="accent2">
                    <a:hueOff val="-15247060"/>
                    <a:satOff val="-68000"/>
                    <a:lumOff val="4901"/>
                  </a:schemeClr>
                </a:solidFill>
                <a:latin typeface="Menlo Regular"/>
                <a:ea typeface="Menlo Regular"/>
                <a:cs typeface="Menlo Regular"/>
                <a:sym typeface="Menlo Regular"/>
              </a:defRPr>
            </a:pPr>
            <a:r>
              <a:t>  mkdir -p "$v/.obsidian/plugins"</a:t>
            </a:r>
          </a:p>
          <a:p>
            <a:pPr>
              <a:defRPr sz="1100">
                <a:solidFill>
                  <a:schemeClr val="accent2">
                    <a:hueOff val="-15247060"/>
                    <a:satOff val="-68000"/>
                    <a:lumOff val="4901"/>
                  </a:schemeClr>
                </a:solidFill>
                <a:latin typeface="Menlo Regular"/>
                <a:ea typeface="Menlo Regular"/>
                <a:cs typeface="Menlo Regular"/>
                <a:sym typeface="Menlo Regular"/>
              </a:defRPr>
            </a:pPr>
            <a:r>
              <a:t>  cp -R .obsidian/plugins/realclaudian \</a:t>
            </a:r>
          </a:p>
          <a:p>
            <a:pPr>
              <a:defRPr sz="1100">
                <a:solidFill>
                  <a:schemeClr val="accent2">
                    <a:hueOff val="-15247060"/>
                    <a:satOff val="-68000"/>
                    <a:lumOff val="4901"/>
                  </a:schemeClr>
                </a:solidFill>
                <a:latin typeface="Menlo Regular"/>
                <a:ea typeface="Menlo Regular"/>
                <a:cs typeface="Menlo Regular"/>
                <a:sym typeface="Menlo Regular"/>
              </a:defRPr>
            </a:pPr>
            <a:r>
              <a:t>        "$v/.obsidian/plugins/"</a:t>
            </a:r>
          </a:p>
          <a:p>
            <a:pPr>
              <a:defRPr sz="1100">
                <a:solidFill>
                  <a:schemeClr val="accent2">
                    <a:hueOff val="-15247060"/>
                    <a:satOff val="-68000"/>
                    <a:lumOff val="4901"/>
                  </a:schemeClr>
                </a:solidFill>
                <a:latin typeface="Menlo Regular"/>
                <a:ea typeface="Menlo Regular"/>
                <a:cs typeface="Menlo Regular"/>
                <a:sym typeface="Menlo Regular"/>
              </a:defRPr>
            </a:pPr>
            <a:r>
              <a:t>done</a:t>
            </a:r>
          </a:p>
        </p:txBody>
      </p:sp>
      <p:sp>
        <p:nvSpPr>
          <p:cNvPr id="419" name="box-ok"/>
          <p:cNvSpPr/>
          <p:nvPr/>
        </p:nvSpPr>
        <p:spPr>
          <a:xfrm>
            <a:off x="6035040" y="3827526"/>
            <a:ext cx="5605272" cy="1126618"/>
          </a:xfrm>
          <a:prstGeom prst="roundRect">
            <a:avLst>
              <a:gd name="adj" fmla="val 8116"/>
            </a:avLst>
          </a:prstGeom>
          <a:solidFill>
            <a:schemeClr val="accent3">
              <a:alpha val="10000"/>
            </a:schemeClr>
          </a:solidFill>
          <a:ln w="12700">
            <a:miter lim="400000"/>
          </a:ln>
        </p:spPr>
        <p:txBody>
          <a:bodyPr lIns="45719" rIns="45719"/>
          <a:lstStyle/>
          <a:p>
            <a:pPr/>
          </a:p>
        </p:txBody>
      </p:sp>
      <p:sp>
        <p:nvSpPr>
          <p:cNvPr id="420" name="box-text"/>
          <p:cNvSpPr txBox="1"/>
          <p:nvPr/>
        </p:nvSpPr>
        <p:spPr>
          <a:xfrm>
            <a:off x="6236208" y="3955541"/>
            <a:ext cx="5202937" cy="469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chemeClr val="accent3"/>
                </a:solidFill>
                <a:latin typeface="Pretendard Bold"/>
                <a:ea typeface="Pretendard Bold"/>
                <a:cs typeface="Pretendard Bold"/>
                <a:sym typeface="Pretendard Bold"/>
              </a:defRPr>
            </a:pPr>
            <a:r>
              <a:rPr b="1">
                <a:latin typeface="+mn-lt"/>
                <a:ea typeface="+mn-ea"/>
                <a:cs typeface="+mn-cs"/>
                <a:sym typeface="Helvetica"/>
              </a:rPr>
              <a:t>✅ 이렇게 보이면 성공</a:t>
            </a:r>
          </a:p>
          <a:p>
            <a:pPr>
              <a:spcBef>
                <a:spcPts val="200"/>
              </a:spcBef>
              <a:defRPr sz="1200"/>
            </a:pPr>
            <a:r>
              <a:t>6</a:t>
            </a:r>
            <a:r>
              <a:rPr>
                <a:latin typeface="+mn-lt"/>
                <a:ea typeface="+mn-ea"/>
                <a:cs typeface="+mn-cs"/>
                <a:sym typeface="Helvetica"/>
              </a:rPr>
              <a:t>개 볼트 모두 커뮤니티 플러그인 목록에 </a:t>
            </a:r>
            <a:r>
              <a:t>Claudian</a:t>
            </a:r>
            <a:r>
              <a:rPr>
                <a:latin typeface="+mn-lt"/>
                <a:ea typeface="+mn-ea"/>
                <a:cs typeface="+mn-cs"/>
                <a:sym typeface="Helvetica"/>
              </a:rPr>
              <a:t>이 켜져 있다</a:t>
            </a:r>
          </a:p>
        </p:txBody>
      </p:sp>
      <p:sp>
        <p:nvSpPr>
          <p:cNvPr id="421" name="box-no"/>
          <p:cNvSpPr/>
          <p:nvPr/>
        </p:nvSpPr>
        <p:spPr>
          <a:xfrm>
            <a:off x="6035040" y="5137022"/>
            <a:ext cx="5605272" cy="943738"/>
          </a:xfrm>
          <a:prstGeom prst="roundRect">
            <a:avLst>
              <a:gd name="adj" fmla="val 9689"/>
            </a:avLst>
          </a:prstGeom>
          <a:solidFill>
            <a:srgbClr val="F5F5F7"/>
          </a:solidFill>
          <a:ln w="12700">
            <a:miter lim="400000"/>
          </a:ln>
        </p:spPr>
        <p:txBody>
          <a:bodyPr lIns="45719" rIns="45719"/>
          <a:lstStyle/>
          <a:p>
            <a:pPr/>
          </a:p>
        </p:txBody>
      </p:sp>
      <p:sp>
        <p:nvSpPr>
          <p:cNvPr id="422" name="box-text"/>
          <p:cNvSpPr txBox="1"/>
          <p:nvPr/>
        </p:nvSpPr>
        <p:spPr>
          <a:xfrm>
            <a:off x="6236208" y="5265039"/>
            <a:ext cx="5202937" cy="584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rgbClr val="6E6E73"/>
                </a:solidFill>
                <a:latin typeface="Pretendard Bold"/>
                <a:ea typeface="Pretendard Bold"/>
                <a:cs typeface="Pretendard Bold"/>
                <a:sym typeface="Pretendard Bold"/>
              </a:defRPr>
            </a:pPr>
            <a:r>
              <a:rPr b="1">
                <a:latin typeface="+mn-lt"/>
                <a:ea typeface="+mn-ea"/>
                <a:cs typeface="+mn-cs"/>
                <a:sym typeface="Helvetica"/>
              </a:rPr>
              <a:t>막히면</a:t>
            </a:r>
          </a:p>
          <a:p>
            <a:pPr>
              <a:spcBef>
                <a:spcPts val="200"/>
              </a:spcBef>
              <a:defRPr sz="1200"/>
            </a:pPr>
            <a:r>
              <a:rPr>
                <a:latin typeface="+mn-lt"/>
                <a:ea typeface="+mn-ea"/>
                <a:cs typeface="+mn-cs"/>
                <a:sym typeface="Helvetica"/>
              </a:rPr>
              <a:t>커뮤니티 플러그인이 꺼져 있으면 「커뮤니티 플러그인 켜기」를 먼저 </a:t>
            </a:r>
            <a:r>
              <a:t>(ONBOARDING §3-5)</a:t>
            </a:r>
          </a:p>
        </p:txBody>
      </p:sp>
      <p:sp>
        <p:nvSpPr>
          <p:cNvPr id="423" name="tracker"/>
          <p:cNvSpPr/>
          <p:nvPr/>
        </p:nvSpPr>
        <p:spPr>
          <a:xfrm>
            <a:off x="4937759" y="6437376"/>
            <a:ext cx="118873" cy="118873"/>
          </a:xfrm>
          <a:prstGeom prst="ellipse">
            <a:avLst/>
          </a:prstGeom>
          <a:solidFill>
            <a:schemeClr val="accent1"/>
          </a:solidFill>
          <a:ln>
            <a:solidFill>
              <a:schemeClr val="accent1"/>
            </a:solidFill>
          </a:ln>
        </p:spPr>
        <p:txBody>
          <a:bodyPr lIns="45719" rIns="45719"/>
          <a:lstStyle/>
          <a:p>
            <a:pPr/>
          </a:p>
        </p:txBody>
      </p:sp>
      <p:sp>
        <p:nvSpPr>
          <p:cNvPr id="424" name="tracker"/>
          <p:cNvSpPr/>
          <p:nvPr/>
        </p:nvSpPr>
        <p:spPr>
          <a:xfrm>
            <a:off x="5212079" y="6437376"/>
            <a:ext cx="118873" cy="118873"/>
          </a:xfrm>
          <a:prstGeom prst="ellipse">
            <a:avLst/>
          </a:prstGeom>
          <a:solidFill>
            <a:schemeClr val="accent1"/>
          </a:solidFill>
          <a:ln>
            <a:solidFill>
              <a:schemeClr val="accent1"/>
            </a:solidFill>
          </a:ln>
        </p:spPr>
        <p:txBody>
          <a:bodyPr lIns="45719" rIns="45719"/>
          <a:lstStyle/>
          <a:p>
            <a:pPr/>
          </a:p>
        </p:txBody>
      </p:sp>
      <p:sp>
        <p:nvSpPr>
          <p:cNvPr id="425" name="tracker"/>
          <p:cNvSpPr/>
          <p:nvPr/>
        </p:nvSpPr>
        <p:spPr>
          <a:xfrm>
            <a:off x="5486400" y="6437376"/>
            <a:ext cx="118873" cy="118873"/>
          </a:xfrm>
          <a:prstGeom prst="ellipse">
            <a:avLst/>
          </a:prstGeom>
          <a:solidFill>
            <a:srgbClr val="F5F5F7"/>
          </a:solidFill>
          <a:ln>
            <a:solidFill>
              <a:srgbClr val="C9C9D2"/>
            </a:solidFill>
          </a:ln>
        </p:spPr>
        <p:txBody>
          <a:bodyPr lIns="45719" rIns="45719"/>
          <a:lstStyle/>
          <a:p>
            <a:pPr/>
          </a:p>
        </p:txBody>
      </p:sp>
      <p:sp>
        <p:nvSpPr>
          <p:cNvPr id="426" name="tracker"/>
          <p:cNvSpPr/>
          <p:nvPr/>
        </p:nvSpPr>
        <p:spPr>
          <a:xfrm>
            <a:off x="5760720" y="6437376"/>
            <a:ext cx="118873" cy="118873"/>
          </a:xfrm>
          <a:prstGeom prst="ellipse">
            <a:avLst/>
          </a:prstGeom>
          <a:solidFill>
            <a:srgbClr val="F5F5F7"/>
          </a:solidFill>
          <a:ln>
            <a:solidFill>
              <a:srgbClr val="C9C9D2"/>
            </a:solidFill>
          </a:ln>
        </p:spPr>
        <p:txBody>
          <a:bodyPr lIns="45719" rIns="45719"/>
          <a:lstStyle/>
          <a:p>
            <a:pPr/>
          </a:p>
        </p:txBody>
      </p:sp>
      <p:sp>
        <p:nvSpPr>
          <p:cNvPr id="427" name="tracker"/>
          <p:cNvSpPr/>
          <p:nvPr/>
        </p:nvSpPr>
        <p:spPr>
          <a:xfrm>
            <a:off x="6035040" y="6437376"/>
            <a:ext cx="118873" cy="118873"/>
          </a:xfrm>
          <a:prstGeom prst="ellipse">
            <a:avLst/>
          </a:prstGeom>
          <a:solidFill>
            <a:srgbClr val="F5F5F7"/>
          </a:solidFill>
          <a:ln>
            <a:solidFill>
              <a:srgbClr val="C9C9D2"/>
            </a:solidFill>
          </a:ln>
        </p:spPr>
        <p:txBody>
          <a:bodyPr lIns="45719" rIns="45719"/>
          <a:lstStyle/>
          <a:p>
            <a:pPr/>
          </a:p>
        </p:txBody>
      </p:sp>
      <p:sp>
        <p:nvSpPr>
          <p:cNvPr id="428" name="tracker"/>
          <p:cNvSpPr/>
          <p:nvPr/>
        </p:nvSpPr>
        <p:spPr>
          <a:xfrm>
            <a:off x="6309359" y="6437376"/>
            <a:ext cx="118873" cy="118873"/>
          </a:xfrm>
          <a:prstGeom prst="ellipse">
            <a:avLst/>
          </a:prstGeom>
          <a:solidFill>
            <a:srgbClr val="F5F5F7"/>
          </a:solidFill>
          <a:ln>
            <a:solidFill>
              <a:srgbClr val="C9C9D2"/>
            </a:solidFill>
          </a:ln>
        </p:spPr>
        <p:txBody>
          <a:bodyPr lIns="45719" rIns="45719"/>
          <a:lstStyle/>
          <a:p>
            <a:pPr/>
          </a:p>
        </p:txBody>
      </p:sp>
      <p:sp>
        <p:nvSpPr>
          <p:cNvPr id="429" name="tracker"/>
          <p:cNvSpPr/>
          <p:nvPr/>
        </p:nvSpPr>
        <p:spPr>
          <a:xfrm>
            <a:off x="6583680" y="6437376"/>
            <a:ext cx="118873" cy="118873"/>
          </a:xfrm>
          <a:prstGeom prst="ellipse">
            <a:avLst/>
          </a:prstGeom>
          <a:solidFill>
            <a:srgbClr val="F5F5F7"/>
          </a:solidFill>
          <a:ln>
            <a:solidFill>
              <a:srgbClr val="C9C9D2"/>
            </a:solidFill>
          </a:ln>
        </p:spPr>
        <p:txBody>
          <a:bodyPr lIns="45719" rIns="45719"/>
          <a:lstStyle/>
          <a:p>
            <a:pPr/>
          </a:p>
        </p:txBody>
      </p:sp>
      <p:sp>
        <p:nvSpPr>
          <p:cNvPr id="430" name="tracker"/>
          <p:cNvSpPr/>
          <p:nvPr/>
        </p:nvSpPr>
        <p:spPr>
          <a:xfrm>
            <a:off x="6858000" y="6437376"/>
            <a:ext cx="118873" cy="118873"/>
          </a:xfrm>
          <a:prstGeom prst="ellipse">
            <a:avLst/>
          </a:prstGeom>
          <a:solidFill>
            <a:srgbClr val="F5F5F7"/>
          </a:solidFill>
          <a:ln>
            <a:solidFill>
              <a:srgbClr val="C9C9D2"/>
            </a:solidFill>
          </a:ln>
        </p:spPr>
        <p:txBody>
          <a:bodyPr lIns="45719" rIns="45719"/>
          <a:lstStyle/>
          <a:p>
            <a:pPr/>
          </a:p>
        </p:txBody>
      </p:sp>
      <p:sp>
        <p:nvSpPr>
          <p:cNvPr id="431" name="tracker"/>
          <p:cNvSpPr/>
          <p:nvPr/>
        </p:nvSpPr>
        <p:spPr>
          <a:xfrm>
            <a:off x="7132319" y="6437376"/>
            <a:ext cx="118873" cy="118873"/>
          </a:xfrm>
          <a:prstGeom prst="ellipse">
            <a:avLst/>
          </a:prstGeom>
          <a:solidFill>
            <a:srgbClr val="F5F5F7"/>
          </a:solidFill>
          <a:ln>
            <a:solidFill>
              <a:srgbClr val="C9C9D2"/>
            </a:solidFill>
          </a:ln>
        </p:spPr>
        <p:txBody>
          <a:bodyPr lIns="45719" rIns="45719"/>
          <a:lstStyle/>
          <a:p>
            <a:pPr/>
          </a:p>
        </p:txBody>
      </p:sp>
      <p:sp>
        <p:nvSpPr>
          <p:cNvPr id="432" name="Text 33"/>
          <p:cNvSpPr txBox="1"/>
          <p:nvPr/>
        </p:nvSpPr>
        <p:spPr>
          <a:xfrm>
            <a:off x="7452359" y="6426961"/>
            <a:ext cx="731521"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chemeClr val="accent1"/>
                </a:solidFill>
                <a:latin typeface="Pretendard Bold"/>
                <a:ea typeface="Pretendard Bold"/>
                <a:cs typeface="Pretendard Bold"/>
                <a:sym typeface="Pretendard Bold"/>
              </a:defRPr>
            </a:lvl1pPr>
          </a:lstStyle>
          <a:p>
            <a:pPr/>
            <a:r>
              <a:t>2 / 9</a:t>
            </a:r>
          </a:p>
        </p:txBody>
      </p:sp>
      <p:sp>
        <p:nvSpPr>
          <p:cNvPr id="433" name="Slide Number Placeholder 0"/>
          <p:cNvSpPr txBox="1"/>
          <p:nvPr>
            <p:ph type="sldNum" sz="quarter" idx="4294967295"/>
          </p:nvPr>
        </p:nvSpPr>
        <p:spPr>
          <a:xfrm>
            <a:off x="11417965" y="6355079"/>
            <a:ext cx="222347"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7"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a:t>
            </a:r>
            <a:r>
              <a:t>· </a:t>
            </a:r>
            <a:r>
              <a:rPr b="1">
                <a:latin typeface="+mn-lt"/>
                <a:ea typeface="+mn-ea"/>
                <a:cs typeface="+mn-cs"/>
                <a:sym typeface="Helvetica"/>
              </a:rPr>
              <a:t>설치</a:t>
            </a:r>
          </a:p>
        </p:txBody>
      </p:sp>
      <p:sp>
        <p:nvSpPr>
          <p:cNvPr id="438"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STEP 3 / 9</a:t>
            </a:r>
          </a:p>
        </p:txBody>
      </p:sp>
      <p:sp>
        <p:nvSpPr>
          <p:cNvPr id="439" name="Text 1"/>
          <p:cNvSpPr txBox="1"/>
          <p:nvPr>
            <p:ph type="title"/>
          </p:nvPr>
        </p:nvSpPr>
        <p:spPr>
          <a:xfrm>
            <a:off x="548640" y="676655"/>
            <a:ext cx="11091672" cy="658369"/>
          </a:xfrm>
          <a:prstGeom prst="rect">
            <a:avLst/>
          </a:prstGeom>
        </p:spPr>
        <p:txBody>
          <a:bodyPr lIns="0" tIns="0" rIns="0" bIns="0" anchor="ctr"/>
          <a:lstStyle/>
          <a:p>
            <a:pPr/>
            <a:r>
              <a:t>STEP 3.  gstack </a:t>
            </a:r>
            <a:r>
              <a:rPr b="1">
                <a:latin typeface="+mn-lt"/>
                <a:ea typeface="+mn-ea"/>
                <a:cs typeface="+mn-cs"/>
                <a:sym typeface="Helvetica"/>
              </a:rPr>
              <a:t>설치 </a:t>
            </a:r>
            <a:r>
              <a:t>(Claude</a:t>
            </a:r>
            <a:r>
              <a:rPr b="1">
                <a:latin typeface="+mn-lt"/>
                <a:ea typeface="+mn-ea"/>
                <a:cs typeface="+mn-cs"/>
                <a:sym typeface="Helvetica"/>
              </a:rPr>
              <a:t>용 브라우저</a:t>
            </a:r>
            <a:r>
              <a:t>)</a:t>
            </a:r>
          </a:p>
        </p:txBody>
      </p:sp>
      <p:sp>
        <p:nvSpPr>
          <p:cNvPr id="440"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왜 하나요 </a:t>
            </a:r>
            <a:r>
              <a:t>— Claude</a:t>
            </a:r>
            <a:r>
              <a:rPr>
                <a:latin typeface="+mn-lt"/>
                <a:ea typeface="+mn-ea"/>
                <a:cs typeface="+mn-cs"/>
                <a:sym typeface="Helvetica"/>
              </a:rPr>
              <a:t>가 </a:t>
            </a:r>
            <a:r>
              <a:t>CdBd </a:t>
            </a:r>
            <a:r>
              <a:rPr>
                <a:latin typeface="+mn-lt"/>
                <a:ea typeface="+mn-ea"/>
                <a:cs typeface="+mn-cs"/>
                <a:sym typeface="Helvetica"/>
              </a:rPr>
              <a:t>에디터를 화면 없이 직접 조작할 때 쓰는 브라우저입니다</a:t>
            </a:r>
            <a:r>
              <a:t>.</a:t>
            </a:r>
          </a:p>
        </p:txBody>
      </p:sp>
      <p:sp>
        <p:nvSpPr>
          <p:cNvPr id="441" name="todo-card"/>
          <p:cNvSpPr/>
          <p:nvPr/>
        </p:nvSpPr>
        <p:spPr>
          <a:xfrm>
            <a:off x="548640" y="1920239"/>
            <a:ext cx="5212080" cy="4160522"/>
          </a:xfrm>
          <a:prstGeom prst="roundRect">
            <a:avLst>
              <a:gd name="adj" fmla="val 2637"/>
            </a:avLst>
          </a:prstGeom>
          <a:solidFill>
            <a:srgbClr val="F5F5F7"/>
          </a:solidFill>
          <a:ln w="12700">
            <a:miter lim="400000"/>
          </a:ln>
        </p:spPr>
        <p:txBody>
          <a:bodyPr lIns="45719" rIns="45719"/>
          <a:lstStyle/>
          <a:p>
            <a:pPr/>
          </a:p>
        </p:txBody>
      </p:sp>
      <p:sp>
        <p:nvSpPr>
          <p:cNvPr id="442" name="Text 5"/>
          <p:cNvSpPr txBox="1"/>
          <p:nvPr/>
        </p:nvSpPr>
        <p:spPr>
          <a:xfrm>
            <a:off x="822960" y="2142170"/>
            <a:ext cx="4572001"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이렇게 하세요</a:t>
            </a:r>
          </a:p>
        </p:txBody>
      </p:sp>
      <p:sp>
        <p:nvSpPr>
          <p:cNvPr id="443" name="num"/>
          <p:cNvSpPr/>
          <p:nvPr/>
        </p:nvSpPr>
        <p:spPr>
          <a:xfrm>
            <a:off x="822960" y="2642616"/>
            <a:ext cx="384049" cy="384049"/>
          </a:xfrm>
          <a:prstGeom prst="ellipse">
            <a:avLst/>
          </a:prstGeom>
          <a:solidFill>
            <a:schemeClr val="accent1"/>
          </a:solidFill>
          <a:ln w="12700">
            <a:miter lim="400000"/>
          </a:ln>
        </p:spPr>
        <p:txBody>
          <a:bodyPr lIns="45719" rIns="45719"/>
          <a:lstStyle/>
          <a:p>
            <a:pPr/>
          </a:p>
        </p:txBody>
      </p:sp>
      <p:sp>
        <p:nvSpPr>
          <p:cNvPr id="444" name="Text 7"/>
          <p:cNvSpPr txBox="1"/>
          <p:nvPr/>
        </p:nvSpPr>
        <p:spPr>
          <a:xfrm>
            <a:off x="822960" y="2745739"/>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445" name="Text 8"/>
          <p:cNvSpPr txBox="1"/>
          <p:nvPr/>
        </p:nvSpPr>
        <p:spPr>
          <a:xfrm>
            <a:off x="1371599" y="2713544"/>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첫 줄 붙여넣기 </a:t>
            </a:r>
            <a:r>
              <a:t>— Bun(</a:t>
            </a:r>
            <a:r>
              <a:rPr>
                <a:latin typeface="+mn-lt"/>
                <a:ea typeface="+mn-ea"/>
                <a:cs typeface="+mn-cs"/>
                <a:sym typeface="Helvetica"/>
              </a:rPr>
              <a:t>설치 도구</a:t>
            </a:r>
            <a:r>
              <a:t>)</a:t>
            </a:r>
            <a:r>
              <a:rPr>
                <a:latin typeface="+mn-lt"/>
                <a:ea typeface="+mn-ea"/>
                <a:cs typeface="+mn-cs"/>
                <a:sym typeface="Helvetica"/>
              </a:rPr>
              <a:t>이 없으면 설치된다</a:t>
            </a:r>
          </a:p>
        </p:txBody>
      </p:sp>
      <p:sp>
        <p:nvSpPr>
          <p:cNvPr id="446" name="num"/>
          <p:cNvSpPr/>
          <p:nvPr/>
        </p:nvSpPr>
        <p:spPr>
          <a:xfrm>
            <a:off x="822960" y="3429000"/>
            <a:ext cx="384049" cy="384048"/>
          </a:xfrm>
          <a:prstGeom prst="ellipse">
            <a:avLst/>
          </a:prstGeom>
          <a:solidFill>
            <a:schemeClr val="accent1"/>
          </a:solidFill>
          <a:ln w="12700">
            <a:miter lim="400000"/>
          </a:ln>
        </p:spPr>
        <p:txBody>
          <a:bodyPr lIns="45719" rIns="45719"/>
          <a:lstStyle/>
          <a:p>
            <a:pPr/>
          </a:p>
        </p:txBody>
      </p:sp>
      <p:sp>
        <p:nvSpPr>
          <p:cNvPr id="447" name="Text 10"/>
          <p:cNvSpPr txBox="1"/>
          <p:nvPr/>
        </p:nvSpPr>
        <p:spPr>
          <a:xfrm>
            <a:off x="822960" y="3532123"/>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448" name="Text 11"/>
          <p:cNvSpPr txBox="1"/>
          <p:nvPr/>
        </p:nvSpPr>
        <p:spPr>
          <a:xfrm>
            <a:off x="1371599" y="3499927"/>
            <a:ext cx="4206242"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t>Bun</a:t>
            </a:r>
            <a:r>
              <a:rPr>
                <a:latin typeface="+mn-lt"/>
                <a:ea typeface="+mn-ea"/>
                <a:cs typeface="+mn-cs"/>
                <a:sym typeface="Helvetica"/>
              </a:rPr>
              <a:t>을 새로 설치했다면 터미널을 닫고 새로 연다</a:t>
            </a:r>
          </a:p>
        </p:txBody>
      </p:sp>
      <p:sp>
        <p:nvSpPr>
          <p:cNvPr id="449" name="num"/>
          <p:cNvSpPr/>
          <p:nvPr/>
        </p:nvSpPr>
        <p:spPr>
          <a:xfrm>
            <a:off x="822960" y="4215384"/>
            <a:ext cx="384049" cy="384049"/>
          </a:xfrm>
          <a:prstGeom prst="ellipse">
            <a:avLst/>
          </a:prstGeom>
          <a:solidFill>
            <a:schemeClr val="accent1"/>
          </a:solidFill>
          <a:ln w="12700">
            <a:miter lim="400000"/>
          </a:ln>
        </p:spPr>
        <p:txBody>
          <a:bodyPr lIns="45719" rIns="45719"/>
          <a:lstStyle/>
          <a:p>
            <a:pPr/>
          </a:p>
        </p:txBody>
      </p:sp>
      <p:sp>
        <p:nvSpPr>
          <p:cNvPr id="450" name="Text 13"/>
          <p:cNvSpPr txBox="1"/>
          <p:nvPr/>
        </p:nvSpPr>
        <p:spPr>
          <a:xfrm>
            <a:off x="822960" y="4318508"/>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451" name="Text 14"/>
          <p:cNvSpPr txBox="1"/>
          <p:nvPr/>
        </p:nvSpPr>
        <p:spPr>
          <a:xfrm>
            <a:off x="1371599" y="4286312"/>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나머지 두 줄을 붙여넣고 </a:t>
            </a:r>
            <a:r>
              <a:t>Enter — </a:t>
            </a:r>
            <a:r>
              <a:rPr>
                <a:latin typeface="+mn-lt"/>
                <a:ea typeface="+mn-ea"/>
                <a:cs typeface="+mn-cs"/>
                <a:sym typeface="Helvetica"/>
              </a:rPr>
              <a:t>몇 분 걸릴 수 있다</a:t>
            </a:r>
          </a:p>
        </p:txBody>
      </p:sp>
      <p:sp>
        <p:nvSpPr>
          <p:cNvPr id="452" name="num"/>
          <p:cNvSpPr/>
          <p:nvPr/>
        </p:nvSpPr>
        <p:spPr>
          <a:xfrm>
            <a:off x="822960" y="5001767"/>
            <a:ext cx="384049" cy="384049"/>
          </a:xfrm>
          <a:prstGeom prst="ellipse">
            <a:avLst/>
          </a:prstGeom>
          <a:solidFill>
            <a:schemeClr val="accent1"/>
          </a:solidFill>
          <a:ln w="12700">
            <a:miter lim="400000"/>
          </a:ln>
        </p:spPr>
        <p:txBody>
          <a:bodyPr lIns="45719" rIns="45719"/>
          <a:lstStyle/>
          <a:p>
            <a:pPr/>
          </a:p>
        </p:txBody>
      </p:sp>
      <p:sp>
        <p:nvSpPr>
          <p:cNvPr id="453" name="Text 16"/>
          <p:cNvSpPr txBox="1"/>
          <p:nvPr/>
        </p:nvSpPr>
        <p:spPr>
          <a:xfrm>
            <a:off x="822960" y="5104891"/>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4</a:t>
            </a:r>
          </a:p>
        </p:txBody>
      </p:sp>
      <p:sp>
        <p:nvSpPr>
          <p:cNvPr id="454" name="Text 17"/>
          <p:cNvSpPr txBox="1"/>
          <p:nvPr/>
        </p:nvSpPr>
        <p:spPr>
          <a:xfrm>
            <a:off x="1371599" y="5072695"/>
            <a:ext cx="4206242"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끝나면 마지막 줄로 설치를 확인한다</a:t>
            </a:r>
          </a:p>
        </p:txBody>
      </p:sp>
      <p:sp>
        <p:nvSpPr>
          <p:cNvPr id="455" name="terminal"/>
          <p:cNvSpPr/>
          <p:nvPr/>
        </p:nvSpPr>
        <p:spPr>
          <a:xfrm>
            <a:off x="6035040" y="1920239"/>
            <a:ext cx="5605272" cy="1385317"/>
          </a:xfrm>
          <a:prstGeom prst="roundRect">
            <a:avLst>
              <a:gd name="adj" fmla="val 5281"/>
            </a:avLst>
          </a:prstGeom>
          <a:solidFill>
            <a:srgbClr val="1D1D1F"/>
          </a:solidFill>
          <a:ln w="12700">
            <a:miter lim="400000"/>
          </a:ln>
        </p:spPr>
        <p:txBody>
          <a:bodyPr lIns="45719" rIns="45719"/>
          <a:lstStyle/>
          <a:p>
            <a:pPr/>
          </a:p>
        </p:txBody>
      </p:sp>
      <p:sp>
        <p:nvSpPr>
          <p:cNvPr id="456" name="terminal-text"/>
          <p:cNvSpPr txBox="1"/>
          <p:nvPr/>
        </p:nvSpPr>
        <p:spPr>
          <a:xfrm>
            <a:off x="6217920" y="2066544"/>
            <a:ext cx="5239513" cy="850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000">
                <a:solidFill>
                  <a:schemeClr val="accent2">
                    <a:hueOff val="-15247060"/>
                    <a:satOff val="-68000"/>
                    <a:lumOff val="4901"/>
                  </a:schemeClr>
                </a:solidFill>
                <a:latin typeface="Menlo Regular"/>
                <a:ea typeface="Menlo Regular"/>
                <a:cs typeface="Menlo Regular"/>
                <a:sym typeface="Menlo Regular"/>
              </a:defRPr>
            </a:pPr>
            <a:r>
              <a:t>command -v bun || curl -fsSL https://bun.sh/install | bash</a:t>
            </a:r>
          </a:p>
          <a:p>
            <a:pPr>
              <a:defRPr sz="1000">
                <a:solidFill>
                  <a:schemeClr val="accent2">
                    <a:hueOff val="-15247060"/>
                    <a:satOff val="-68000"/>
                    <a:lumOff val="4901"/>
                  </a:schemeClr>
                </a:solidFill>
                <a:latin typeface="Menlo Regular"/>
                <a:ea typeface="Menlo Regular"/>
                <a:cs typeface="Menlo Regular"/>
                <a:sym typeface="Menlo Regular"/>
              </a:defRPr>
            </a:pPr>
            <a:r>
              <a:t> </a:t>
            </a:r>
          </a:p>
          <a:p>
            <a:pPr>
              <a:defRPr sz="1000">
                <a:solidFill>
                  <a:schemeClr val="accent2">
                    <a:hueOff val="-15247060"/>
                    <a:satOff val="-68000"/>
                    <a:lumOff val="4901"/>
                  </a:schemeClr>
                </a:solidFill>
                <a:latin typeface="Menlo Regular"/>
                <a:ea typeface="Menlo Regular"/>
                <a:cs typeface="Menlo Regular"/>
                <a:sym typeface="Menlo Regular"/>
              </a:defRPr>
            </a:pPr>
            <a:r>
              <a:t>git clone --depth 1 https://github.com/garrytan/gstack.git \</a:t>
            </a:r>
          </a:p>
          <a:p>
            <a:pPr>
              <a:defRPr sz="1000">
                <a:solidFill>
                  <a:schemeClr val="accent2">
                    <a:hueOff val="-15247060"/>
                    <a:satOff val="-68000"/>
                    <a:lumOff val="4901"/>
                  </a:schemeClr>
                </a:solidFill>
                <a:latin typeface="Menlo Regular"/>
                <a:ea typeface="Menlo Regular"/>
                <a:cs typeface="Menlo Regular"/>
                <a:sym typeface="Menlo Regular"/>
              </a:defRPr>
            </a:pPr>
            <a:r>
              <a:t>  ~/.claude/skills/gstack &amp;&amp; cd ~/.claude/skills/gstack &amp;&amp; ./setup</a:t>
            </a:r>
          </a:p>
          <a:p>
            <a:pPr>
              <a:defRPr sz="1000">
                <a:solidFill>
                  <a:schemeClr val="accent2">
                    <a:hueOff val="-15247060"/>
                    <a:satOff val="-68000"/>
                    <a:lumOff val="4901"/>
                  </a:schemeClr>
                </a:solidFill>
                <a:latin typeface="Menlo Regular"/>
                <a:ea typeface="Menlo Regular"/>
                <a:cs typeface="Menlo Regular"/>
                <a:sym typeface="Menlo Regular"/>
              </a:defRPr>
            </a:pPr>
            <a:r>
              <a:t> </a:t>
            </a:r>
          </a:p>
          <a:p>
            <a:pPr>
              <a:defRPr sz="1000">
                <a:solidFill>
                  <a:schemeClr val="accent2">
                    <a:hueOff val="-15247060"/>
                    <a:satOff val="-68000"/>
                    <a:lumOff val="4901"/>
                  </a:schemeClr>
                </a:solidFill>
                <a:latin typeface="Menlo Regular"/>
                <a:ea typeface="Menlo Regular"/>
                <a:cs typeface="Menlo Regular"/>
                <a:sym typeface="Menlo Regular"/>
              </a:defRPr>
            </a:pPr>
            <a:r>
              <a:t>ls ~/.claude/skills/gstack/browse/dist/browse   # 확인</a:t>
            </a:r>
          </a:p>
        </p:txBody>
      </p:sp>
      <p:sp>
        <p:nvSpPr>
          <p:cNvPr id="457" name="box-ok"/>
          <p:cNvSpPr/>
          <p:nvPr/>
        </p:nvSpPr>
        <p:spPr>
          <a:xfrm>
            <a:off x="6035040" y="3534155"/>
            <a:ext cx="5605272" cy="1143001"/>
          </a:xfrm>
          <a:prstGeom prst="roundRect">
            <a:avLst>
              <a:gd name="adj" fmla="val 8000"/>
            </a:avLst>
          </a:prstGeom>
          <a:solidFill>
            <a:schemeClr val="accent3">
              <a:alpha val="10000"/>
            </a:schemeClr>
          </a:solidFill>
          <a:ln w="12700">
            <a:miter lim="400000"/>
          </a:ln>
        </p:spPr>
        <p:txBody>
          <a:bodyPr lIns="45719" rIns="45719"/>
          <a:lstStyle/>
          <a:p>
            <a:pPr/>
          </a:p>
        </p:txBody>
      </p:sp>
      <p:sp>
        <p:nvSpPr>
          <p:cNvPr id="458" name="box-text"/>
          <p:cNvSpPr txBox="1"/>
          <p:nvPr/>
        </p:nvSpPr>
        <p:spPr>
          <a:xfrm>
            <a:off x="6236208" y="3662171"/>
            <a:ext cx="5202937" cy="469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chemeClr val="accent3"/>
                </a:solidFill>
                <a:latin typeface="Pretendard Bold"/>
                <a:ea typeface="Pretendard Bold"/>
                <a:cs typeface="Pretendard Bold"/>
                <a:sym typeface="Pretendard Bold"/>
              </a:defRPr>
            </a:pPr>
            <a:r>
              <a:rPr b="1">
                <a:latin typeface="+mn-lt"/>
                <a:ea typeface="+mn-ea"/>
                <a:cs typeface="+mn-cs"/>
                <a:sym typeface="Helvetica"/>
              </a:rPr>
              <a:t>✅ 이렇게 보이면 성공</a:t>
            </a:r>
          </a:p>
          <a:p>
            <a:pPr>
              <a:spcBef>
                <a:spcPts val="200"/>
              </a:spcBef>
              <a:defRPr sz="1200"/>
            </a:pPr>
            <a:r>
              <a:rPr>
                <a:latin typeface="+mn-lt"/>
                <a:ea typeface="+mn-ea"/>
                <a:cs typeface="+mn-cs"/>
                <a:sym typeface="Helvetica"/>
              </a:rPr>
              <a:t>마지막 줄을 실행하면 「</a:t>
            </a:r>
            <a:r>
              <a:t>…/browse</a:t>
            </a:r>
            <a:r>
              <a:rPr>
                <a:latin typeface="+mn-lt"/>
                <a:ea typeface="+mn-ea"/>
                <a:cs typeface="+mn-cs"/>
                <a:sym typeface="Helvetica"/>
              </a:rPr>
              <a:t>」 경로가 그대로 출력된다</a:t>
            </a:r>
          </a:p>
        </p:txBody>
      </p:sp>
      <p:sp>
        <p:nvSpPr>
          <p:cNvPr id="459" name="box-no"/>
          <p:cNvSpPr/>
          <p:nvPr/>
        </p:nvSpPr>
        <p:spPr>
          <a:xfrm>
            <a:off x="6035040" y="4860035"/>
            <a:ext cx="5605272" cy="1220725"/>
          </a:xfrm>
          <a:prstGeom prst="roundRect">
            <a:avLst>
              <a:gd name="adj" fmla="val 7491"/>
            </a:avLst>
          </a:prstGeom>
          <a:solidFill>
            <a:srgbClr val="F5F5F7"/>
          </a:solidFill>
          <a:ln w="12700">
            <a:miter lim="400000"/>
          </a:ln>
        </p:spPr>
        <p:txBody>
          <a:bodyPr lIns="45719" rIns="45719"/>
          <a:lstStyle/>
          <a:p>
            <a:pPr/>
          </a:p>
        </p:txBody>
      </p:sp>
      <p:sp>
        <p:nvSpPr>
          <p:cNvPr id="460" name="box-text"/>
          <p:cNvSpPr txBox="1"/>
          <p:nvPr/>
        </p:nvSpPr>
        <p:spPr>
          <a:xfrm>
            <a:off x="6236208" y="4988052"/>
            <a:ext cx="5202937"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rgbClr val="6E6E73"/>
                </a:solidFill>
                <a:latin typeface="Pretendard Bold"/>
                <a:ea typeface="Pretendard Bold"/>
                <a:cs typeface="Pretendard Bold"/>
                <a:sym typeface="Pretendard Bold"/>
              </a:defRPr>
            </a:pPr>
            <a:r>
              <a:rPr b="1">
                <a:latin typeface="+mn-lt"/>
                <a:ea typeface="+mn-ea"/>
                <a:cs typeface="+mn-cs"/>
                <a:sym typeface="Helvetica"/>
              </a:rPr>
              <a:t>막히면</a:t>
            </a:r>
          </a:p>
          <a:p>
            <a:pPr>
              <a:spcBef>
                <a:spcPts val="200"/>
              </a:spcBef>
              <a:defRPr sz="1200"/>
            </a:pPr>
            <a:r>
              <a:rPr>
                <a:latin typeface="+mn-lt"/>
                <a:ea typeface="+mn-ea"/>
                <a:cs typeface="+mn-cs"/>
                <a:sym typeface="Helvetica"/>
              </a:rPr>
              <a:t>「</a:t>
            </a:r>
            <a:r>
              <a:t>No such file</a:t>
            </a:r>
            <a:r>
              <a:rPr>
                <a:latin typeface="+mn-lt"/>
                <a:ea typeface="+mn-ea"/>
                <a:cs typeface="+mn-cs"/>
                <a:sym typeface="Helvetica"/>
              </a:rPr>
              <a:t>」 </a:t>
            </a:r>
            <a:r>
              <a:t>→ cd ~/.claude/skills/gstack &amp;&amp; bun install &amp;&amp; bun run build</a:t>
            </a:r>
          </a:p>
        </p:txBody>
      </p:sp>
      <p:sp>
        <p:nvSpPr>
          <p:cNvPr id="461" name="tracker"/>
          <p:cNvSpPr/>
          <p:nvPr/>
        </p:nvSpPr>
        <p:spPr>
          <a:xfrm>
            <a:off x="4937759" y="6437376"/>
            <a:ext cx="118873" cy="118873"/>
          </a:xfrm>
          <a:prstGeom prst="ellipse">
            <a:avLst/>
          </a:prstGeom>
          <a:solidFill>
            <a:schemeClr val="accent1"/>
          </a:solidFill>
          <a:ln>
            <a:solidFill>
              <a:schemeClr val="accent1"/>
            </a:solidFill>
          </a:ln>
        </p:spPr>
        <p:txBody>
          <a:bodyPr lIns="45719" rIns="45719"/>
          <a:lstStyle/>
          <a:p>
            <a:pPr/>
          </a:p>
        </p:txBody>
      </p:sp>
      <p:sp>
        <p:nvSpPr>
          <p:cNvPr id="462" name="tracker"/>
          <p:cNvSpPr/>
          <p:nvPr/>
        </p:nvSpPr>
        <p:spPr>
          <a:xfrm>
            <a:off x="5212079" y="6437376"/>
            <a:ext cx="118873" cy="118873"/>
          </a:xfrm>
          <a:prstGeom prst="ellipse">
            <a:avLst/>
          </a:prstGeom>
          <a:solidFill>
            <a:schemeClr val="accent1"/>
          </a:solidFill>
          <a:ln>
            <a:solidFill>
              <a:schemeClr val="accent1"/>
            </a:solidFill>
          </a:ln>
        </p:spPr>
        <p:txBody>
          <a:bodyPr lIns="45719" rIns="45719"/>
          <a:lstStyle/>
          <a:p>
            <a:pPr/>
          </a:p>
        </p:txBody>
      </p:sp>
      <p:sp>
        <p:nvSpPr>
          <p:cNvPr id="463" name="tracker"/>
          <p:cNvSpPr/>
          <p:nvPr/>
        </p:nvSpPr>
        <p:spPr>
          <a:xfrm>
            <a:off x="5486400" y="6437376"/>
            <a:ext cx="118873" cy="118873"/>
          </a:xfrm>
          <a:prstGeom prst="ellipse">
            <a:avLst/>
          </a:prstGeom>
          <a:solidFill>
            <a:schemeClr val="accent1"/>
          </a:solidFill>
          <a:ln>
            <a:solidFill>
              <a:schemeClr val="accent1"/>
            </a:solidFill>
          </a:ln>
        </p:spPr>
        <p:txBody>
          <a:bodyPr lIns="45719" rIns="45719"/>
          <a:lstStyle/>
          <a:p>
            <a:pPr/>
          </a:p>
        </p:txBody>
      </p:sp>
      <p:sp>
        <p:nvSpPr>
          <p:cNvPr id="464" name="tracker"/>
          <p:cNvSpPr/>
          <p:nvPr/>
        </p:nvSpPr>
        <p:spPr>
          <a:xfrm>
            <a:off x="5760720" y="6437376"/>
            <a:ext cx="118873" cy="118873"/>
          </a:xfrm>
          <a:prstGeom prst="ellipse">
            <a:avLst/>
          </a:prstGeom>
          <a:solidFill>
            <a:srgbClr val="F5F5F7"/>
          </a:solidFill>
          <a:ln>
            <a:solidFill>
              <a:srgbClr val="C9C9D2"/>
            </a:solidFill>
          </a:ln>
        </p:spPr>
        <p:txBody>
          <a:bodyPr lIns="45719" rIns="45719"/>
          <a:lstStyle/>
          <a:p>
            <a:pPr/>
          </a:p>
        </p:txBody>
      </p:sp>
      <p:sp>
        <p:nvSpPr>
          <p:cNvPr id="465" name="tracker"/>
          <p:cNvSpPr/>
          <p:nvPr/>
        </p:nvSpPr>
        <p:spPr>
          <a:xfrm>
            <a:off x="6035040" y="6437376"/>
            <a:ext cx="118873" cy="118873"/>
          </a:xfrm>
          <a:prstGeom prst="ellipse">
            <a:avLst/>
          </a:prstGeom>
          <a:solidFill>
            <a:srgbClr val="F5F5F7"/>
          </a:solidFill>
          <a:ln>
            <a:solidFill>
              <a:srgbClr val="C9C9D2"/>
            </a:solidFill>
          </a:ln>
        </p:spPr>
        <p:txBody>
          <a:bodyPr lIns="45719" rIns="45719"/>
          <a:lstStyle/>
          <a:p>
            <a:pPr/>
          </a:p>
        </p:txBody>
      </p:sp>
      <p:sp>
        <p:nvSpPr>
          <p:cNvPr id="466" name="tracker"/>
          <p:cNvSpPr/>
          <p:nvPr/>
        </p:nvSpPr>
        <p:spPr>
          <a:xfrm>
            <a:off x="6309359" y="6437376"/>
            <a:ext cx="118873" cy="118873"/>
          </a:xfrm>
          <a:prstGeom prst="ellipse">
            <a:avLst/>
          </a:prstGeom>
          <a:solidFill>
            <a:srgbClr val="F5F5F7"/>
          </a:solidFill>
          <a:ln>
            <a:solidFill>
              <a:srgbClr val="C9C9D2"/>
            </a:solidFill>
          </a:ln>
        </p:spPr>
        <p:txBody>
          <a:bodyPr lIns="45719" rIns="45719"/>
          <a:lstStyle/>
          <a:p>
            <a:pPr/>
          </a:p>
        </p:txBody>
      </p:sp>
      <p:sp>
        <p:nvSpPr>
          <p:cNvPr id="467" name="tracker"/>
          <p:cNvSpPr/>
          <p:nvPr/>
        </p:nvSpPr>
        <p:spPr>
          <a:xfrm>
            <a:off x="6583680" y="6437376"/>
            <a:ext cx="118873" cy="118873"/>
          </a:xfrm>
          <a:prstGeom prst="ellipse">
            <a:avLst/>
          </a:prstGeom>
          <a:solidFill>
            <a:srgbClr val="F5F5F7"/>
          </a:solidFill>
          <a:ln>
            <a:solidFill>
              <a:srgbClr val="C9C9D2"/>
            </a:solidFill>
          </a:ln>
        </p:spPr>
        <p:txBody>
          <a:bodyPr lIns="45719" rIns="45719"/>
          <a:lstStyle/>
          <a:p>
            <a:pPr/>
          </a:p>
        </p:txBody>
      </p:sp>
      <p:sp>
        <p:nvSpPr>
          <p:cNvPr id="468" name="tracker"/>
          <p:cNvSpPr/>
          <p:nvPr/>
        </p:nvSpPr>
        <p:spPr>
          <a:xfrm>
            <a:off x="6858000" y="6437376"/>
            <a:ext cx="118873" cy="118873"/>
          </a:xfrm>
          <a:prstGeom prst="ellipse">
            <a:avLst/>
          </a:prstGeom>
          <a:solidFill>
            <a:srgbClr val="F5F5F7"/>
          </a:solidFill>
          <a:ln>
            <a:solidFill>
              <a:srgbClr val="C9C9D2"/>
            </a:solidFill>
          </a:ln>
        </p:spPr>
        <p:txBody>
          <a:bodyPr lIns="45719" rIns="45719"/>
          <a:lstStyle/>
          <a:p>
            <a:pPr/>
          </a:p>
        </p:txBody>
      </p:sp>
      <p:sp>
        <p:nvSpPr>
          <p:cNvPr id="469" name="tracker"/>
          <p:cNvSpPr/>
          <p:nvPr/>
        </p:nvSpPr>
        <p:spPr>
          <a:xfrm>
            <a:off x="7132319" y="6437376"/>
            <a:ext cx="118873" cy="118873"/>
          </a:xfrm>
          <a:prstGeom prst="ellipse">
            <a:avLst/>
          </a:prstGeom>
          <a:solidFill>
            <a:srgbClr val="F5F5F7"/>
          </a:solidFill>
          <a:ln>
            <a:solidFill>
              <a:srgbClr val="C9C9D2"/>
            </a:solidFill>
          </a:ln>
        </p:spPr>
        <p:txBody>
          <a:bodyPr lIns="45719" rIns="45719"/>
          <a:lstStyle/>
          <a:p>
            <a:pPr/>
          </a:p>
        </p:txBody>
      </p:sp>
      <p:sp>
        <p:nvSpPr>
          <p:cNvPr id="470" name="Text 33"/>
          <p:cNvSpPr txBox="1"/>
          <p:nvPr/>
        </p:nvSpPr>
        <p:spPr>
          <a:xfrm>
            <a:off x="7452359" y="6426961"/>
            <a:ext cx="731521"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chemeClr val="accent1"/>
                </a:solidFill>
                <a:latin typeface="Pretendard Bold"/>
                <a:ea typeface="Pretendard Bold"/>
                <a:cs typeface="Pretendard Bold"/>
                <a:sym typeface="Pretendard Bold"/>
              </a:defRPr>
            </a:lvl1pPr>
          </a:lstStyle>
          <a:p>
            <a:pPr/>
            <a:r>
              <a:t>3 / 9</a:t>
            </a:r>
          </a:p>
        </p:txBody>
      </p:sp>
      <p:sp>
        <p:nvSpPr>
          <p:cNvPr id="471" name="Slide Number Placeholder 0"/>
          <p:cNvSpPr txBox="1"/>
          <p:nvPr>
            <p:ph type="sldNum" sz="quarter" idx="4294967295"/>
          </p:nvPr>
        </p:nvSpPr>
        <p:spPr>
          <a:xfrm>
            <a:off x="11435936" y="6355079"/>
            <a:ext cx="204376"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5"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a:t>
            </a:r>
            <a:r>
              <a:t>· </a:t>
            </a:r>
            <a:r>
              <a:rPr b="1">
                <a:latin typeface="+mn-lt"/>
                <a:ea typeface="+mn-ea"/>
                <a:cs typeface="+mn-cs"/>
                <a:sym typeface="Helvetica"/>
              </a:rPr>
              <a:t>연결</a:t>
            </a:r>
          </a:p>
        </p:txBody>
      </p:sp>
      <p:sp>
        <p:nvSpPr>
          <p:cNvPr id="476"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STEP 4 / 9</a:t>
            </a:r>
          </a:p>
        </p:txBody>
      </p:sp>
      <p:sp>
        <p:nvSpPr>
          <p:cNvPr id="477" name="Text 1"/>
          <p:cNvSpPr txBox="1"/>
          <p:nvPr>
            <p:ph type="title"/>
          </p:nvPr>
        </p:nvSpPr>
        <p:spPr>
          <a:xfrm>
            <a:off x="548640" y="676655"/>
            <a:ext cx="11091672" cy="658369"/>
          </a:xfrm>
          <a:prstGeom prst="rect">
            <a:avLst/>
          </a:prstGeom>
        </p:spPr>
        <p:txBody>
          <a:bodyPr lIns="0" tIns="0" rIns="0" bIns="0" anchor="ctr"/>
          <a:lstStyle/>
          <a:p>
            <a:pPr/>
            <a:r>
              <a:t>STEP 4.  </a:t>
            </a:r>
            <a:r>
              <a:rPr b="1">
                <a:latin typeface="+mn-lt"/>
                <a:ea typeface="+mn-ea"/>
                <a:cs typeface="+mn-cs"/>
                <a:sym typeface="Helvetica"/>
              </a:rPr>
              <a:t>셋업 스크립트 실행</a:t>
            </a:r>
          </a:p>
        </p:txBody>
      </p:sp>
      <p:sp>
        <p:nvSpPr>
          <p:cNvPr id="478"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왜 하나요 </a:t>
            </a:r>
            <a:r>
              <a:t>— </a:t>
            </a:r>
            <a:r>
              <a:rPr>
                <a:latin typeface="+mn-lt"/>
                <a:ea typeface="+mn-ea"/>
                <a:cs typeface="+mn-cs"/>
                <a:sym typeface="Helvetica"/>
              </a:rPr>
              <a:t>카드 자동화 </a:t>
            </a:r>
            <a:r>
              <a:t>· </a:t>
            </a:r>
            <a:r>
              <a:rPr>
                <a:latin typeface="+mn-lt"/>
                <a:ea typeface="+mn-ea"/>
                <a:cs typeface="+mn-cs"/>
                <a:sym typeface="Helvetica"/>
              </a:rPr>
              <a:t>로그인 도구 </a:t>
            </a:r>
            <a:r>
              <a:t>· </a:t>
            </a:r>
            <a:r>
              <a:rPr>
                <a:latin typeface="+mn-lt"/>
                <a:ea typeface="+mn-ea"/>
                <a:cs typeface="+mn-cs"/>
                <a:sym typeface="Helvetica"/>
              </a:rPr>
              <a:t>팀 안내 </a:t>
            </a:r>
            <a:r>
              <a:t>· </a:t>
            </a:r>
            <a:r>
              <a:rPr>
                <a:latin typeface="+mn-lt"/>
                <a:ea typeface="+mn-ea"/>
                <a:cs typeface="+mn-cs"/>
                <a:sym typeface="Helvetica"/>
              </a:rPr>
              <a:t>시작 점검을 한 번에 연결합니다</a:t>
            </a:r>
            <a:r>
              <a:t>. </a:t>
            </a:r>
            <a:r>
              <a:rPr>
                <a:latin typeface="+mn-lt"/>
                <a:ea typeface="+mn-ea"/>
                <a:cs typeface="+mn-cs"/>
                <a:sym typeface="Helvetica"/>
              </a:rPr>
              <a:t>몇 번 실행해도 안전합니다</a:t>
            </a:r>
            <a:r>
              <a:t>.</a:t>
            </a:r>
          </a:p>
        </p:txBody>
      </p:sp>
      <p:sp>
        <p:nvSpPr>
          <p:cNvPr id="479" name="todo-card"/>
          <p:cNvSpPr/>
          <p:nvPr/>
        </p:nvSpPr>
        <p:spPr>
          <a:xfrm>
            <a:off x="548640" y="1920239"/>
            <a:ext cx="5212080" cy="4160522"/>
          </a:xfrm>
          <a:prstGeom prst="roundRect">
            <a:avLst>
              <a:gd name="adj" fmla="val 2637"/>
            </a:avLst>
          </a:prstGeom>
          <a:solidFill>
            <a:srgbClr val="F5F5F7"/>
          </a:solidFill>
          <a:ln w="12700">
            <a:miter lim="400000"/>
          </a:ln>
        </p:spPr>
        <p:txBody>
          <a:bodyPr lIns="45719" rIns="45719"/>
          <a:lstStyle/>
          <a:p>
            <a:pPr/>
          </a:p>
        </p:txBody>
      </p:sp>
      <p:sp>
        <p:nvSpPr>
          <p:cNvPr id="480" name="Text 5"/>
          <p:cNvSpPr txBox="1"/>
          <p:nvPr/>
        </p:nvSpPr>
        <p:spPr>
          <a:xfrm>
            <a:off x="822960" y="2142170"/>
            <a:ext cx="4572001"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이렇게 하세요</a:t>
            </a:r>
          </a:p>
        </p:txBody>
      </p:sp>
      <p:sp>
        <p:nvSpPr>
          <p:cNvPr id="481" name="num"/>
          <p:cNvSpPr/>
          <p:nvPr/>
        </p:nvSpPr>
        <p:spPr>
          <a:xfrm>
            <a:off x="822960" y="2642616"/>
            <a:ext cx="384049" cy="384049"/>
          </a:xfrm>
          <a:prstGeom prst="ellipse">
            <a:avLst/>
          </a:prstGeom>
          <a:solidFill>
            <a:schemeClr val="accent1"/>
          </a:solidFill>
          <a:ln w="12700">
            <a:miter lim="400000"/>
          </a:ln>
        </p:spPr>
        <p:txBody>
          <a:bodyPr lIns="45719" rIns="45719"/>
          <a:lstStyle/>
          <a:p>
            <a:pPr/>
          </a:p>
        </p:txBody>
      </p:sp>
      <p:sp>
        <p:nvSpPr>
          <p:cNvPr id="482" name="Text 7"/>
          <p:cNvSpPr txBox="1"/>
          <p:nvPr/>
        </p:nvSpPr>
        <p:spPr>
          <a:xfrm>
            <a:off x="822960" y="2745739"/>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483" name="Text 8"/>
          <p:cNvSpPr txBox="1"/>
          <p:nvPr/>
        </p:nvSpPr>
        <p:spPr>
          <a:xfrm>
            <a:off x="1371599" y="2713544"/>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오른쪽 한 줄을 붙여넣고 </a:t>
            </a:r>
            <a:r>
              <a:t>Enter</a:t>
            </a:r>
          </a:p>
        </p:txBody>
      </p:sp>
      <p:sp>
        <p:nvSpPr>
          <p:cNvPr id="484" name="num"/>
          <p:cNvSpPr/>
          <p:nvPr/>
        </p:nvSpPr>
        <p:spPr>
          <a:xfrm>
            <a:off x="822960" y="3429000"/>
            <a:ext cx="384049" cy="384048"/>
          </a:xfrm>
          <a:prstGeom prst="ellipse">
            <a:avLst/>
          </a:prstGeom>
          <a:solidFill>
            <a:schemeClr val="accent1"/>
          </a:solidFill>
          <a:ln w="12700">
            <a:miter lim="400000"/>
          </a:ln>
        </p:spPr>
        <p:txBody>
          <a:bodyPr lIns="45719" rIns="45719"/>
          <a:lstStyle/>
          <a:p>
            <a:pPr/>
          </a:p>
        </p:txBody>
      </p:sp>
      <p:sp>
        <p:nvSpPr>
          <p:cNvPr id="485" name="Text 10"/>
          <p:cNvSpPr txBox="1"/>
          <p:nvPr/>
        </p:nvSpPr>
        <p:spPr>
          <a:xfrm>
            <a:off x="822960" y="3532123"/>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486" name="Text 11"/>
          <p:cNvSpPr txBox="1"/>
          <p:nvPr/>
        </p:nvSpPr>
        <p:spPr>
          <a:xfrm>
            <a:off x="1371599" y="3499927"/>
            <a:ext cx="42062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t>1~8</a:t>
            </a:r>
            <a:r>
              <a:rPr>
                <a:latin typeface="+mn-lt"/>
                <a:ea typeface="+mn-ea"/>
                <a:cs typeface="+mn-cs"/>
                <a:sym typeface="Helvetica"/>
              </a:rPr>
              <a:t>번 항목이 차례로 ✅ </a:t>
            </a:r>
            <a:r>
              <a:t>· </a:t>
            </a:r>
            <a:r>
              <a:rPr>
                <a:latin typeface="+mn-lt"/>
                <a:ea typeface="+mn-ea"/>
                <a:cs typeface="+mn-cs"/>
                <a:sym typeface="Helvetica"/>
              </a:rPr>
              <a:t>🔧 로 찍힌다</a:t>
            </a:r>
          </a:p>
        </p:txBody>
      </p:sp>
      <p:sp>
        <p:nvSpPr>
          <p:cNvPr id="487" name="num"/>
          <p:cNvSpPr/>
          <p:nvPr/>
        </p:nvSpPr>
        <p:spPr>
          <a:xfrm>
            <a:off x="822960" y="4215384"/>
            <a:ext cx="384049" cy="384049"/>
          </a:xfrm>
          <a:prstGeom prst="ellipse">
            <a:avLst/>
          </a:prstGeom>
          <a:solidFill>
            <a:schemeClr val="accent1"/>
          </a:solidFill>
          <a:ln w="12700">
            <a:miter lim="400000"/>
          </a:ln>
        </p:spPr>
        <p:txBody>
          <a:bodyPr lIns="45719" rIns="45719"/>
          <a:lstStyle/>
          <a:p>
            <a:pPr/>
          </a:p>
        </p:txBody>
      </p:sp>
      <p:sp>
        <p:nvSpPr>
          <p:cNvPr id="488" name="Text 13"/>
          <p:cNvSpPr txBox="1"/>
          <p:nvPr/>
        </p:nvSpPr>
        <p:spPr>
          <a:xfrm>
            <a:off x="822960" y="4318508"/>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489" name="Text 14"/>
          <p:cNvSpPr txBox="1"/>
          <p:nvPr/>
        </p:nvSpPr>
        <p:spPr>
          <a:xfrm>
            <a:off x="1371599" y="4286312"/>
            <a:ext cx="42062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처음에는 「⚠️ </a:t>
            </a:r>
            <a:r>
              <a:t>cdbd.env </a:t>
            </a:r>
            <a:r>
              <a:rPr>
                <a:latin typeface="+mn-lt"/>
                <a:ea typeface="+mn-ea"/>
                <a:cs typeface="+mn-cs"/>
                <a:sym typeface="Helvetica"/>
              </a:rPr>
              <a:t>견본을 만들었습니다」가 나온다 </a:t>
            </a:r>
            <a:r>
              <a:t>— </a:t>
            </a:r>
            <a:r>
              <a:rPr>
                <a:latin typeface="+mn-lt"/>
                <a:ea typeface="+mn-ea"/>
                <a:cs typeface="+mn-cs"/>
                <a:sym typeface="Helvetica"/>
              </a:rPr>
              <a:t>정상</a:t>
            </a:r>
          </a:p>
        </p:txBody>
      </p:sp>
      <p:sp>
        <p:nvSpPr>
          <p:cNvPr id="490" name="num"/>
          <p:cNvSpPr/>
          <p:nvPr/>
        </p:nvSpPr>
        <p:spPr>
          <a:xfrm>
            <a:off x="822960" y="5001767"/>
            <a:ext cx="384049" cy="384049"/>
          </a:xfrm>
          <a:prstGeom prst="ellipse">
            <a:avLst/>
          </a:prstGeom>
          <a:solidFill>
            <a:schemeClr val="accent1"/>
          </a:solidFill>
          <a:ln w="12700">
            <a:miter lim="400000"/>
          </a:ln>
        </p:spPr>
        <p:txBody>
          <a:bodyPr lIns="45719" rIns="45719"/>
          <a:lstStyle/>
          <a:p>
            <a:pPr/>
          </a:p>
        </p:txBody>
      </p:sp>
      <p:sp>
        <p:nvSpPr>
          <p:cNvPr id="491" name="Text 16"/>
          <p:cNvSpPr txBox="1"/>
          <p:nvPr/>
        </p:nvSpPr>
        <p:spPr>
          <a:xfrm>
            <a:off x="822960" y="5104891"/>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4</a:t>
            </a:r>
          </a:p>
        </p:txBody>
      </p:sp>
      <p:sp>
        <p:nvSpPr>
          <p:cNvPr id="492" name="Text 17"/>
          <p:cNvSpPr txBox="1"/>
          <p:nvPr/>
        </p:nvSpPr>
        <p:spPr>
          <a:xfrm>
            <a:off x="1371599" y="5072695"/>
            <a:ext cx="4206242"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그대로 </a:t>
            </a:r>
            <a:r>
              <a:t>STEP 5</a:t>
            </a:r>
            <a:r>
              <a:rPr>
                <a:latin typeface="+mn-lt"/>
                <a:ea typeface="+mn-ea"/>
                <a:cs typeface="+mn-cs"/>
                <a:sym typeface="Helvetica"/>
              </a:rPr>
              <a:t>로 넘어간다</a:t>
            </a:r>
          </a:p>
        </p:txBody>
      </p:sp>
      <p:sp>
        <p:nvSpPr>
          <p:cNvPr id="493" name="terminal"/>
          <p:cNvSpPr/>
          <p:nvPr/>
        </p:nvSpPr>
        <p:spPr>
          <a:xfrm>
            <a:off x="6035040" y="1920239"/>
            <a:ext cx="5605272" cy="1485901"/>
          </a:xfrm>
          <a:prstGeom prst="roundRect">
            <a:avLst>
              <a:gd name="adj" fmla="val 4923"/>
            </a:avLst>
          </a:prstGeom>
          <a:solidFill>
            <a:srgbClr val="1D1D1F"/>
          </a:solidFill>
          <a:ln w="12700">
            <a:miter lim="400000"/>
          </a:ln>
        </p:spPr>
        <p:txBody>
          <a:bodyPr lIns="45719" rIns="45719"/>
          <a:lstStyle/>
          <a:p>
            <a:pPr/>
          </a:p>
        </p:txBody>
      </p:sp>
      <p:sp>
        <p:nvSpPr>
          <p:cNvPr id="494" name="terminal-text"/>
          <p:cNvSpPr txBox="1"/>
          <p:nvPr/>
        </p:nvSpPr>
        <p:spPr>
          <a:xfrm>
            <a:off x="6217920" y="2066544"/>
            <a:ext cx="5239513" cy="119006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100">
                <a:solidFill>
                  <a:schemeClr val="accent2">
                    <a:hueOff val="-15247060"/>
                    <a:satOff val="-68000"/>
                    <a:lumOff val="4901"/>
                  </a:schemeClr>
                </a:solidFill>
                <a:latin typeface="Menlo Regular"/>
                <a:ea typeface="Menlo Regular"/>
                <a:cs typeface="Menlo Regular"/>
                <a:sym typeface="Menlo Regular"/>
              </a:defRPr>
            </a:pPr>
            <a:r>
              <a:t>bash ~/Documents/GitHub/design/tools/cdbd-setup.sh</a:t>
            </a:r>
          </a:p>
          <a:p>
            <a:pPr>
              <a:defRPr sz="1100">
                <a:solidFill>
                  <a:schemeClr val="accent2">
                    <a:hueOff val="-15247060"/>
                    <a:satOff val="-68000"/>
                    <a:lumOff val="4901"/>
                  </a:schemeClr>
                </a:solidFill>
                <a:latin typeface="Menlo Regular"/>
                <a:ea typeface="Menlo Regular"/>
                <a:cs typeface="Menlo Regular"/>
                <a:sym typeface="Menlo Regular"/>
              </a:defRPr>
            </a:pPr>
            <a:r>
              <a:t> </a:t>
            </a:r>
          </a:p>
          <a:p>
            <a:pPr>
              <a:defRPr sz="1100">
                <a:solidFill>
                  <a:srgbClr val="6E6E73"/>
                </a:solidFill>
                <a:latin typeface="Menlo Regular"/>
                <a:ea typeface="Menlo Regular"/>
                <a:cs typeface="Menlo Regular"/>
                <a:sym typeface="Menlo Regular"/>
              </a:defRPr>
            </a:pPr>
            <a:r>
              <a:t># 첫 실행 결과 예시</a:t>
            </a:r>
          </a:p>
          <a:p>
            <a:pPr>
              <a:defRPr sz="1100">
                <a:solidFill>
                  <a:srgbClr val="6E6E73"/>
                </a:solidFill>
                <a:latin typeface="Menlo Regular"/>
                <a:ea typeface="Menlo Regular"/>
                <a:cs typeface="Menlo Regular"/>
                <a:sym typeface="Menlo Regular"/>
              </a:defRPr>
            </a:pPr>
            <a:r>
              <a:t>  ✅ cdbd-templates</a:t>
            </a:r>
          </a:p>
          <a:p>
            <a:pPr>
              <a:defRPr sz="1100">
                <a:solidFill>
                  <a:srgbClr val="6E6E73"/>
                </a:solidFill>
                <a:latin typeface="Menlo Regular"/>
                <a:ea typeface="Menlo Regular"/>
                <a:cs typeface="Menlo Regular"/>
                <a:sym typeface="Menlo Regular"/>
              </a:defRPr>
            </a:pPr>
            <a:r>
              <a:t>  🔧 cdbd-card-automation — 링크 생성</a:t>
            </a:r>
          </a:p>
          <a:p>
            <a:pPr>
              <a:defRPr sz="1100">
                <a:solidFill>
                  <a:srgbClr val="6E6E73"/>
                </a:solidFill>
                <a:latin typeface="Menlo Regular"/>
                <a:ea typeface="Menlo Regular"/>
                <a:cs typeface="Menlo Regular"/>
                <a:sym typeface="Menlo Regular"/>
              </a:defRPr>
            </a:pPr>
            <a:r>
              <a:t>  ⚠️  cdbd.env 견본을 만들었습니다 → …</a:t>
            </a:r>
          </a:p>
        </p:txBody>
      </p:sp>
      <p:sp>
        <p:nvSpPr>
          <p:cNvPr id="495" name="box-ok"/>
          <p:cNvSpPr/>
          <p:nvPr/>
        </p:nvSpPr>
        <p:spPr>
          <a:xfrm>
            <a:off x="6035040" y="3634740"/>
            <a:ext cx="5605272" cy="1143001"/>
          </a:xfrm>
          <a:prstGeom prst="roundRect">
            <a:avLst>
              <a:gd name="adj" fmla="val 8000"/>
            </a:avLst>
          </a:prstGeom>
          <a:solidFill>
            <a:schemeClr val="accent3">
              <a:alpha val="10000"/>
            </a:schemeClr>
          </a:solidFill>
          <a:ln w="12700">
            <a:miter lim="400000"/>
          </a:ln>
        </p:spPr>
        <p:txBody>
          <a:bodyPr lIns="45719" rIns="45719"/>
          <a:lstStyle/>
          <a:p>
            <a:pPr/>
          </a:p>
        </p:txBody>
      </p:sp>
      <p:sp>
        <p:nvSpPr>
          <p:cNvPr id="496" name="box-text"/>
          <p:cNvSpPr txBox="1"/>
          <p:nvPr/>
        </p:nvSpPr>
        <p:spPr>
          <a:xfrm>
            <a:off x="6236208" y="3762755"/>
            <a:ext cx="5202937" cy="533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chemeClr val="accent3"/>
                </a:solidFill>
                <a:latin typeface="Pretendard Bold"/>
                <a:ea typeface="Pretendard Bold"/>
                <a:cs typeface="Pretendard Bold"/>
                <a:sym typeface="Pretendard Bold"/>
              </a:defRPr>
            </a:pPr>
            <a:r>
              <a:rPr b="1">
                <a:latin typeface="+mn-lt"/>
                <a:ea typeface="+mn-ea"/>
                <a:cs typeface="+mn-cs"/>
                <a:sym typeface="Helvetica"/>
              </a:rPr>
              <a:t>✅ 이렇게 보이면 성공</a:t>
            </a:r>
          </a:p>
          <a:p>
            <a:pPr>
              <a:spcBef>
                <a:spcPts val="200"/>
              </a:spcBef>
              <a:defRPr sz="1200"/>
            </a:pPr>
            <a:r>
              <a:rPr>
                <a:latin typeface="+mn-lt"/>
                <a:ea typeface="+mn-ea"/>
                <a:cs typeface="+mn-cs"/>
                <a:sym typeface="Helvetica"/>
              </a:rPr>
              <a:t>마지막 줄 「완료 </a:t>
            </a:r>
            <a:r>
              <a:t>— </a:t>
            </a:r>
            <a:r>
              <a:rPr>
                <a:latin typeface="+mn-lt"/>
                <a:ea typeface="+mn-ea"/>
                <a:cs typeface="+mn-cs"/>
                <a:sym typeface="Helvetica"/>
              </a:rPr>
              <a:t>✅ </a:t>
            </a:r>
            <a:r>
              <a:t>… · </a:t>
            </a:r>
            <a:r>
              <a:rPr>
                <a:latin typeface="+mn-lt"/>
                <a:ea typeface="+mn-ea"/>
                <a:cs typeface="+mn-cs"/>
                <a:sym typeface="Helvetica"/>
              </a:rPr>
              <a:t>🔧 고침 </a:t>
            </a:r>
            <a:r>
              <a:t>… · </a:t>
            </a:r>
            <a:r>
              <a:rPr>
                <a:latin typeface="+mn-lt"/>
                <a:ea typeface="+mn-ea"/>
                <a:cs typeface="+mn-cs"/>
                <a:sym typeface="Helvetica"/>
              </a:rPr>
              <a:t>⚠️ 확인 필요 </a:t>
            </a:r>
            <a:r>
              <a:t>1</a:t>
            </a:r>
            <a:r>
              <a:rPr>
                <a:latin typeface="+mn-lt"/>
                <a:ea typeface="+mn-ea"/>
                <a:cs typeface="+mn-cs"/>
                <a:sym typeface="Helvetica"/>
              </a:rPr>
              <a:t>」 </a:t>
            </a:r>
            <a:r>
              <a:t>(cdbd.env 1</a:t>
            </a:r>
            <a:r>
              <a:rPr>
                <a:latin typeface="+mn-lt"/>
                <a:ea typeface="+mn-ea"/>
                <a:cs typeface="+mn-cs"/>
                <a:sym typeface="Helvetica"/>
              </a:rPr>
              <a:t>개</a:t>
            </a:r>
            <a:r>
              <a:t>)</a:t>
            </a:r>
          </a:p>
        </p:txBody>
      </p:sp>
      <p:sp>
        <p:nvSpPr>
          <p:cNvPr id="497" name="box-no"/>
          <p:cNvSpPr/>
          <p:nvPr/>
        </p:nvSpPr>
        <p:spPr>
          <a:xfrm>
            <a:off x="6035040" y="4960620"/>
            <a:ext cx="5605272" cy="1120141"/>
          </a:xfrm>
          <a:prstGeom prst="roundRect">
            <a:avLst>
              <a:gd name="adj" fmla="val 8163"/>
            </a:avLst>
          </a:prstGeom>
          <a:solidFill>
            <a:srgbClr val="F5F5F7"/>
          </a:solidFill>
          <a:ln w="12700">
            <a:miter lim="400000"/>
          </a:ln>
        </p:spPr>
        <p:txBody>
          <a:bodyPr lIns="45719" rIns="45719"/>
          <a:lstStyle/>
          <a:p>
            <a:pPr/>
          </a:p>
        </p:txBody>
      </p:sp>
      <p:sp>
        <p:nvSpPr>
          <p:cNvPr id="498" name="box-text"/>
          <p:cNvSpPr txBox="1"/>
          <p:nvPr/>
        </p:nvSpPr>
        <p:spPr>
          <a:xfrm>
            <a:off x="6236208" y="5088635"/>
            <a:ext cx="5202937" cy="647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rgbClr val="6E6E73"/>
                </a:solidFill>
                <a:latin typeface="Pretendard Bold"/>
                <a:ea typeface="Pretendard Bold"/>
                <a:cs typeface="Pretendard Bold"/>
                <a:sym typeface="Pretendard Bold"/>
              </a:defRPr>
            </a:pPr>
            <a:r>
              <a:rPr b="1">
                <a:latin typeface="+mn-lt"/>
                <a:ea typeface="+mn-ea"/>
                <a:cs typeface="+mn-cs"/>
                <a:sym typeface="Helvetica"/>
              </a:rPr>
              <a:t>막히면</a:t>
            </a:r>
          </a:p>
          <a:p>
            <a:pPr>
              <a:spcBef>
                <a:spcPts val="200"/>
              </a:spcBef>
              <a:defRPr sz="1200"/>
            </a:pPr>
            <a:r>
              <a:rPr>
                <a:latin typeface="+mn-lt"/>
                <a:ea typeface="+mn-ea"/>
                <a:cs typeface="+mn-cs"/>
                <a:sym typeface="Helvetica"/>
              </a:rPr>
              <a:t>「❌ </a:t>
            </a:r>
            <a:r>
              <a:t>gstack</a:t>
            </a:r>
            <a:r>
              <a:rPr>
                <a:latin typeface="+mn-lt"/>
                <a:ea typeface="+mn-ea"/>
                <a:cs typeface="+mn-cs"/>
                <a:sym typeface="Helvetica"/>
              </a:rPr>
              <a:t>이 없습니다」 </a:t>
            </a:r>
            <a:r>
              <a:t>→ STEP 3 · </a:t>
            </a:r>
            <a:r>
              <a:rPr>
                <a:latin typeface="+mn-lt"/>
                <a:ea typeface="+mn-ea"/>
                <a:cs typeface="+mn-cs"/>
                <a:sym typeface="Helvetica"/>
              </a:rPr>
              <a:t>「</a:t>
            </a:r>
            <a:r>
              <a:t>clone </a:t>
            </a:r>
            <a:r>
              <a:rPr>
                <a:latin typeface="+mn-lt"/>
                <a:ea typeface="+mn-ea"/>
                <a:cs typeface="+mn-cs"/>
                <a:sym typeface="Helvetica"/>
              </a:rPr>
              <a:t>실패」 </a:t>
            </a:r>
            <a:r>
              <a:t>→ SSH </a:t>
            </a:r>
            <a:r>
              <a:rPr>
                <a:latin typeface="+mn-lt"/>
                <a:ea typeface="+mn-ea"/>
                <a:cs typeface="+mn-cs"/>
                <a:sym typeface="Helvetica"/>
              </a:rPr>
              <a:t>키 확인 </a:t>
            </a:r>
            <a:r>
              <a:t>(ONBOARDING §3-2)</a:t>
            </a:r>
          </a:p>
        </p:txBody>
      </p:sp>
      <p:sp>
        <p:nvSpPr>
          <p:cNvPr id="499" name="tracker"/>
          <p:cNvSpPr/>
          <p:nvPr/>
        </p:nvSpPr>
        <p:spPr>
          <a:xfrm>
            <a:off x="4937759" y="6437376"/>
            <a:ext cx="118873" cy="118873"/>
          </a:xfrm>
          <a:prstGeom prst="ellipse">
            <a:avLst/>
          </a:prstGeom>
          <a:solidFill>
            <a:schemeClr val="accent1"/>
          </a:solidFill>
          <a:ln>
            <a:solidFill>
              <a:schemeClr val="accent1"/>
            </a:solidFill>
          </a:ln>
        </p:spPr>
        <p:txBody>
          <a:bodyPr lIns="45719" rIns="45719"/>
          <a:lstStyle/>
          <a:p>
            <a:pPr/>
          </a:p>
        </p:txBody>
      </p:sp>
      <p:sp>
        <p:nvSpPr>
          <p:cNvPr id="500" name="tracker"/>
          <p:cNvSpPr/>
          <p:nvPr/>
        </p:nvSpPr>
        <p:spPr>
          <a:xfrm>
            <a:off x="5212079" y="6437376"/>
            <a:ext cx="118873" cy="118873"/>
          </a:xfrm>
          <a:prstGeom prst="ellipse">
            <a:avLst/>
          </a:prstGeom>
          <a:solidFill>
            <a:schemeClr val="accent1"/>
          </a:solidFill>
          <a:ln>
            <a:solidFill>
              <a:schemeClr val="accent1"/>
            </a:solidFill>
          </a:ln>
        </p:spPr>
        <p:txBody>
          <a:bodyPr lIns="45719" rIns="45719"/>
          <a:lstStyle/>
          <a:p>
            <a:pPr/>
          </a:p>
        </p:txBody>
      </p:sp>
      <p:sp>
        <p:nvSpPr>
          <p:cNvPr id="501" name="tracker"/>
          <p:cNvSpPr/>
          <p:nvPr/>
        </p:nvSpPr>
        <p:spPr>
          <a:xfrm>
            <a:off x="5486400" y="6437376"/>
            <a:ext cx="118873" cy="118873"/>
          </a:xfrm>
          <a:prstGeom prst="ellipse">
            <a:avLst/>
          </a:prstGeom>
          <a:solidFill>
            <a:schemeClr val="accent1"/>
          </a:solidFill>
          <a:ln>
            <a:solidFill>
              <a:schemeClr val="accent1"/>
            </a:solidFill>
          </a:ln>
        </p:spPr>
        <p:txBody>
          <a:bodyPr lIns="45719" rIns="45719"/>
          <a:lstStyle/>
          <a:p>
            <a:pPr/>
          </a:p>
        </p:txBody>
      </p:sp>
      <p:sp>
        <p:nvSpPr>
          <p:cNvPr id="502" name="tracker"/>
          <p:cNvSpPr/>
          <p:nvPr/>
        </p:nvSpPr>
        <p:spPr>
          <a:xfrm>
            <a:off x="5760720" y="6437376"/>
            <a:ext cx="118873" cy="118873"/>
          </a:xfrm>
          <a:prstGeom prst="ellipse">
            <a:avLst/>
          </a:prstGeom>
          <a:solidFill>
            <a:schemeClr val="accent1"/>
          </a:solidFill>
          <a:ln>
            <a:solidFill>
              <a:schemeClr val="accent1"/>
            </a:solidFill>
          </a:ln>
        </p:spPr>
        <p:txBody>
          <a:bodyPr lIns="45719" rIns="45719"/>
          <a:lstStyle/>
          <a:p>
            <a:pPr/>
          </a:p>
        </p:txBody>
      </p:sp>
      <p:sp>
        <p:nvSpPr>
          <p:cNvPr id="503" name="tracker"/>
          <p:cNvSpPr/>
          <p:nvPr/>
        </p:nvSpPr>
        <p:spPr>
          <a:xfrm>
            <a:off x="6035040" y="6437376"/>
            <a:ext cx="118873" cy="118873"/>
          </a:xfrm>
          <a:prstGeom prst="ellipse">
            <a:avLst/>
          </a:prstGeom>
          <a:solidFill>
            <a:srgbClr val="F5F5F7"/>
          </a:solidFill>
          <a:ln>
            <a:solidFill>
              <a:srgbClr val="C9C9D2"/>
            </a:solidFill>
          </a:ln>
        </p:spPr>
        <p:txBody>
          <a:bodyPr lIns="45719" rIns="45719"/>
          <a:lstStyle/>
          <a:p>
            <a:pPr/>
          </a:p>
        </p:txBody>
      </p:sp>
      <p:sp>
        <p:nvSpPr>
          <p:cNvPr id="504" name="tracker"/>
          <p:cNvSpPr/>
          <p:nvPr/>
        </p:nvSpPr>
        <p:spPr>
          <a:xfrm>
            <a:off x="6309359" y="6437376"/>
            <a:ext cx="118873" cy="118873"/>
          </a:xfrm>
          <a:prstGeom prst="ellipse">
            <a:avLst/>
          </a:prstGeom>
          <a:solidFill>
            <a:srgbClr val="F5F5F7"/>
          </a:solidFill>
          <a:ln>
            <a:solidFill>
              <a:srgbClr val="C9C9D2"/>
            </a:solidFill>
          </a:ln>
        </p:spPr>
        <p:txBody>
          <a:bodyPr lIns="45719" rIns="45719"/>
          <a:lstStyle/>
          <a:p>
            <a:pPr/>
          </a:p>
        </p:txBody>
      </p:sp>
      <p:sp>
        <p:nvSpPr>
          <p:cNvPr id="505" name="tracker"/>
          <p:cNvSpPr/>
          <p:nvPr/>
        </p:nvSpPr>
        <p:spPr>
          <a:xfrm>
            <a:off x="6583680" y="6437376"/>
            <a:ext cx="118873" cy="118873"/>
          </a:xfrm>
          <a:prstGeom prst="ellipse">
            <a:avLst/>
          </a:prstGeom>
          <a:solidFill>
            <a:srgbClr val="F5F5F7"/>
          </a:solidFill>
          <a:ln>
            <a:solidFill>
              <a:srgbClr val="C9C9D2"/>
            </a:solidFill>
          </a:ln>
        </p:spPr>
        <p:txBody>
          <a:bodyPr lIns="45719" rIns="45719"/>
          <a:lstStyle/>
          <a:p>
            <a:pPr/>
          </a:p>
        </p:txBody>
      </p:sp>
      <p:sp>
        <p:nvSpPr>
          <p:cNvPr id="506" name="tracker"/>
          <p:cNvSpPr/>
          <p:nvPr/>
        </p:nvSpPr>
        <p:spPr>
          <a:xfrm>
            <a:off x="6858000" y="6437376"/>
            <a:ext cx="118873" cy="118873"/>
          </a:xfrm>
          <a:prstGeom prst="ellipse">
            <a:avLst/>
          </a:prstGeom>
          <a:solidFill>
            <a:srgbClr val="F5F5F7"/>
          </a:solidFill>
          <a:ln>
            <a:solidFill>
              <a:srgbClr val="C9C9D2"/>
            </a:solidFill>
          </a:ln>
        </p:spPr>
        <p:txBody>
          <a:bodyPr lIns="45719" rIns="45719"/>
          <a:lstStyle/>
          <a:p>
            <a:pPr/>
          </a:p>
        </p:txBody>
      </p:sp>
      <p:sp>
        <p:nvSpPr>
          <p:cNvPr id="507" name="tracker"/>
          <p:cNvSpPr/>
          <p:nvPr/>
        </p:nvSpPr>
        <p:spPr>
          <a:xfrm>
            <a:off x="7132319" y="6437376"/>
            <a:ext cx="118873" cy="118873"/>
          </a:xfrm>
          <a:prstGeom prst="ellipse">
            <a:avLst/>
          </a:prstGeom>
          <a:solidFill>
            <a:srgbClr val="F5F5F7"/>
          </a:solidFill>
          <a:ln>
            <a:solidFill>
              <a:srgbClr val="C9C9D2"/>
            </a:solidFill>
          </a:ln>
        </p:spPr>
        <p:txBody>
          <a:bodyPr lIns="45719" rIns="45719"/>
          <a:lstStyle/>
          <a:p>
            <a:pPr/>
          </a:p>
        </p:txBody>
      </p:sp>
      <p:sp>
        <p:nvSpPr>
          <p:cNvPr id="508" name="Text 33"/>
          <p:cNvSpPr txBox="1"/>
          <p:nvPr/>
        </p:nvSpPr>
        <p:spPr>
          <a:xfrm>
            <a:off x="7452359" y="6426961"/>
            <a:ext cx="731521"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chemeClr val="accent1"/>
                </a:solidFill>
                <a:latin typeface="Pretendard Bold"/>
                <a:ea typeface="Pretendard Bold"/>
                <a:cs typeface="Pretendard Bold"/>
                <a:sym typeface="Pretendard Bold"/>
              </a:defRPr>
            </a:lvl1pPr>
          </a:lstStyle>
          <a:p>
            <a:pPr/>
            <a:r>
              <a:t>4 / 9</a:t>
            </a:r>
          </a:p>
        </p:txBody>
      </p:sp>
      <p:sp>
        <p:nvSpPr>
          <p:cNvPr id="509" name="Slide Number Placeholder 0"/>
          <p:cNvSpPr txBox="1"/>
          <p:nvPr>
            <p:ph type="sldNum" sz="quarter" idx="4294967295"/>
          </p:nvPr>
        </p:nvSpPr>
        <p:spPr>
          <a:xfrm>
            <a:off x="11418969" y="6355079"/>
            <a:ext cx="221343"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3"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a:t>
            </a:r>
            <a:r>
              <a:t>· </a:t>
            </a:r>
            <a:r>
              <a:rPr b="1">
                <a:latin typeface="+mn-lt"/>
                <a:ea typeface="+mn-ea"/>
                <a:cs typeface="+mn-cs"/>
                <a:sym typeface="Helvetica"/>
              </a:rPr>
              <a:t>연결</a:t>
            </a:r>
          </a:p>
        </p:txBody>
      </p:sp>
      <p:sp>
        <p:nvSpPr>
          <p:cNvPr id="514"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STEP 5 / 9</a:t>
            </a:r>
          </a:p>
        </p:txBody>
      </p:sp>
      <p:sp>
        <p:nvSpPr>
          <p:cNvPr id="515" name="Text 1"/>
          <p:cNvSpPr txBox="1"/>
          <p:nvPr>
            <p:ph type="title"/>
          </p:nvPr>
        </p:nvSpPr>
        <p:spPr>
          <a:xfrm>
            <a:off x="548640" y="676655"/>
            <a:ext cx="11091672" cy="658369"/>
          </a:xfrm>
          <a:prstGeom prst="rect">
            <a:avLst/>
          </a:prstGeom>
        </p:spPr>
        <p:txBody>
          <a:bodyPr lIns="0" tIns="0" rIns="0" bIns="0" anchor="ctr"/>
          <a:lstStyle/>
          <a:p>
            <a:pPr/>
            <a:r>
              <a:t>STEP 5.  cdbd.env </a:t>
            </a:r>
            <a:r>
              <a:rPr b="1">
                <a:latin typeface="+mn-lt"/>
                <a:ea typeface="+mn-ea"/>
                <a:cs typeface="+mn-cs"/>
                <a:sym typeface="Helvetica"/>
              </a:rPr>
              <a:t>채우기</a:t>
            </a:r>
          </a:p>
        </p:txBody>
      </p:sp>
      <p:sp>
        <p:nvSpPr>
          <p:cNvPr id="516"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왜 하나요 </a:t>
            </a:r>
            <a:r>
              <a:t>— Claude</a:t>
            </a:r>
            <a:r>
              <a:rPr>
                <a:latin typeface="+mn-lt"/>
                <a:ea typeface="+mn-ea"/>
                <a:cs typeface="+mn-cs"/>
                <a:sym typeface="Helvetica"/>
              </a:rPr>
              <a:t>가 </a:t>
            </a:r>
            <a:r>
              <a:t>CdBd</a:t>
            </a:r>
            <a:r>
              <a:rPr>
                <a:latin typeface="+mn-lt"/>
                <a:ea typeface="+mn-ea"/>
                <a:cs typeface="+mn-cs"/>
                <a:sym typeface="Helvetica"/>
              </a:rPr>
              <a:t>에 로그인할 때 쓰는 공용 계정 정보입니다</a:t>
            </a:r>
            <a:r>
              <a:t>. </a:t>
            </a:r>
            <a:r>
              <a:rPr>
                <a:latin typeface="+mn-lt"/>
                <a:ea typeface="+mn-ea"/>
                <a:cs typeface="+mn-cs"/>
                <a:sym typeface="Helvetica"/>
              </a:rPr>
              <a:t>내 맥에만 저장되고 </a:t>
            </a:r>
            <a:r>
              <a:t>GitHub</a:t>
            </a:r>
            <a:r>
              <a:rPr>
                <a:latin typeface="+mn-lt"/>
                <a:ea typeface="+mn-ea"/>
                <a:cs typeface="+mn-cs"/>
                <a:sym typeface="Helvetica"/>
              </a:rPr>
              <a:t>에는 올라가지 않습니다</a:t>
            </a:r>
            <a:r>
              <a:t>.</a:t>
            </a:r>
          </a:p>
        </p:txBody>
      </p:sp>
      <p:sp>
        <p:nvSpPr>
          <p:cNvPr id="517" name="todo-card"/>
          <p:cNvSpPr/>
          <p:nvPr/>
        </p:nvSpPr>
        <p:spPr>
          <a:xfrm>
            <a:off x="548640" y="1920239"/>
            <a:ext cx="5212080" cy="4160522"/>
          </a:xfrm>
          <a:prstGeom prst="roundRect">
            <a:avLst>
              <a:gd name="adj" fmla="val 2637"/>
            </a:avLst>
          </a:prstGeom>
          <a:solidFill>
            <a:srgbClr val="F5F5F7"/>
          </a:solidFill>
          <a:ln w="12700">
            <a:miter lim="400000"/>
          </a:ln>
        </p:spPr>
        <p:txBody>
          <a:bodyPr lIns="45719" rIns="45719"/>
          <a:lstStyle/>
          <a:p>
            <a:pPr/>
          </a:p>
        </p:txBody>
      </p:sp>
      <p:sp>
        <p:nvSpPr>
          <p:cNvPr id="518" name="Text 5"/>
          <p:cNvSpPr txBox="1"/>
          <p:nvPr/>
        </p:nvSpPr>
        <p:spPr>
          <a:xfrm>
            <a:off x="822960" y="2142170"/>
            <a:ext cx="4572001"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이렇게 하세요</a:t>
            </a:r>
          </a:p>
        </p:txBody>
      </p:sp>
      <p:sp>
        <p:nvSpPr>
          <p:cNvPr id="519" name="num"/>
          <p:cNvSpPr/>
          <p:nvPr/>
        </p:nvSpPr>
        <p:spPr>
          <a:xfrm>
            <a:off x="822960" y="2642616"/>
            <a:ext cx="384049" cy="384049"/>
          </a:xfrm>
          <a:prstGeom prst="ellipse">
            <a:avLst/>
          </a:prstGeom>
          <a:solidFill>
            <a:schemeClr val="accent1"/>
          </a:solidFill>
          <a:ln w="12700">
            <a:miter lim="400000"/>
          </a:ln>
        </p:spPr>
        <p:txBody>
          <a:bodyPr lIns="45719" rIns="45719"/>
          <a:lstStyle/>
          <a:p>
            <a:pPr/>
          </a:p>
        </p:txBody>
      </p:sp>
      <p:sp>
        <p:nvSpPr>
          <p:cNvPr id="520" name="Text 7"/>
          <p:cNvSpPr txBox="1"/>
          <p:nvPr/>
        </p:nvSpPr>
        <p:spPr>
          <a:xfrm>
            <a:off x="822960" y="2745739"/>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521" name="Text 8"/>
          <p:cNvSpPr txBox="1"/>
          <p:nvPr/>
        </p:nvSpPr>
        <p:spPr>
          <a:xfrm>
            <a:off x="1371599" y="2713544"/>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첫 줄을 붙여넣으면 텍스트 편집기가 열린다</a:t>
            </a:r>
          </a:p>
        </p:txBody>
      </p:sp>
      <p:sp>
        <p:nvSpPr>
          <p:cNvPr id="522" name="num"/>
          <p:cNvSpPr/>
          <p:nvPr/>
        </p:nvSpPr>
        <p:spPr>
          <a:xfrm>
            <a:off x="822960" y="3429000"/>
            <a:ext cx="384049" cy="384048"/>
          </a:xfrm>
          <a:prstGeom prst="ellipse">
            <a:avLst/>
          </a:prstGeom>
          <a:solidFill>
            <a:schemeClr val="accent1"/>
          </a:solidFill>
          <a:ln w="12700">
            <a:miter lim="400000"/>
          </a:ln>
        </p:spPr>
        <p:txBody>
          <a:bodyPr lIns="45719" rIns="45719"/>
          <a:lstStyle/>
          <a:p>
            <a:pPr/>
          </a:p>
        </p:txBody>
      </p:sp>
      <p:sp>
        <p:nvSpPr>
          <p:cNvPr id="523" name="Text 10"/>
          <p:cNvSpPr txBox="1"/>
          <p:nvPr/>
        </p:nvSpPr>
        <p:spPr>
          <a:xfrm>
            <a:off x="822960" y="3532123"/>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524" name="Text 11"/>
          <p:cNvSpPr txBox="1"/>
          <p:nvPr/>
        </p:nvSpPr>
        <p:spPr>
          <a:xfrm>
            <a:off x="1371599" y="3499927"/>
            <a:ext cx="4206242"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각 줄의 </a:t>
            </a:r>
            <a:r>
              <a:t>= </a:t>
            </a:r>
            <a:r>
              <a:rPr>
                <a:latin typeface="+mn-lt"/>
                <a:ea typeface="+mn-ea"/>
                <a:cs typeface="+mn-cs"/>
                <a:sym typeface="Helvetica"/>
              </a:rPr>
              <a:t>뒤에 값을 붙여 쓴다 </a:t>
            </a:r>
            <a:r>
              <a:t>(</a:t>
            </a:r>
            <a:r>
              <a:rPr>
                <a:latin typeface="+mn-lt"/>
                <a:ea typeface="+mn-ea"/>
                <a:cs typeface="+mn-cs"/>
                <a:sym typeface="Helvetica"/>
              </a:rPr>
              <a:t>띄어쓰기 </a:t>
            </a:r>
            <a:r>
              <a:t>· </a:t>
            </a:r>
            <a:r>
              <a:rPr>
                <a:latin typeface="+mn-lt"/>
                <a:ea typeface="+mn-ea"/>
                <a:cs typeface="+mn-cs"/>
                <a:sym typeface="Helvetica"/>
              </a:rPr>
              <a:t>따옴표 없이</a:t>
            </a:r>
            <a:r>
              <a:t>)</a:t>
            </a:r>
          </a:p>
        </p:txBody>
      </p:sp>
      <p:sp>
        <p:nvSpPr>
          <p:cNvPr id="525" name="num"/>
          <p:cNvSpPr/>
          <p:nvPr/>
        </p:nvSpPr>
        <p:spPr>
          <a:xfrm>
            <a:off x="822960" y="4215384"/>
            <a:ext cx="384049" cy="384049"/>
          </a:xfrm>
          <a:prstGeom prst="ellipse">
            <a:avLst/>
          </a:prstGeom>
          <a:solidFill>
            <a:schemeClr val="accent1"/>
          </a:solidFill>
          <a:ln w="12700">
            <a:miter lim="400000"/>
          </a:ln>
        </p:spPr>
        <p:txBody>
          <a:bodyPr lIns="45719" rIns="45719"/>
          <a:lstStyle/>
          <a:p>
            <a:pPr/>
          </a:p>
        </p:txBody>
      </p:sp>
      <p:sp>
        <p:nvSpPr>
          <p:cNvPr id="526" name="Text 13"/>
          <p:cNvSpPr txBox="1"/>
          <p:nvPr/>
        </p:nvSpPr>
        <p:spPr>
          <a:xfrm>
            <a:off x="822960" y="4318508"/>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527" name="Text 14"/>
          <p:cNvSpPr txBox="1"/>
          <p:nvPr/>
        </p:nvSpPr>
        <p:spPr>
          <a:xfrm>
            <a:off x="1371599" y="4286312"/>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t>⌘S</a:t>
            </a:r>
            <a:r>
              <a:rPr>
                <a:latin typeface="+mn-lt"/>
                <a:ea typeface="+mn-ea"/>
                <a:cs typeface="+mn-cs"/>
                <a:sym typeface="Helvetica"/>
              </a:rPr>
              <a:t>로 저장하고 창을 닫는다</a:t>
            </a:r>
          </a:p>
        </p:txBody>
      </p:sp>
      <p:sp>
        <p:nvSpPr>
          <p:cNvPr id="528" name="num"/>
          <p:cNvSpPr/>
          <p:nvPr/>
        </p:nvSpPr>
        <p:spPr>
          <a:xfrm>
            <a:off x="822960" y="5001767"/>
            <a:ext cx="384049" cy="384049"/>
          </a:xfrm>
          <a:prstGeom prst="ellipse">
            <a:avLst/>
          </a:prstGeom>
          <a:solidFill>
            <a:schemeClr val="accent1"/>
          </a:solidFill>
          <a:ln w="12700">
            <a:miter lim="400000"/>
          </a:ln>
        </p:spPr>
        <p:txBody>
          <a:bodyPr lIns="45719" rIns="45719"/>
          <a:lstStyle/>
          <a:p>
            <a:pPr/>
          </a:p>
        </p:txBody>
      </p:sp>
      <p:sp>
        <p:nvSpPr>
          <p:cNvPr id="529" name="Text 16"/>
          <p:cNvSpPr txBox="1"/>
          <p:nvPr/>
        </p:nvSpPr>
        <p:spPr>
          <a:xfrm>
            <a:off x="822960" y="5104891"/>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4</a:t>
            </a:r>
          </a:p>
        </p:txBody>
      </p:sp>
      <p:sp>
        <p:nvSpPr>
          <p:cNvPr id="530" name="Text 17"/>
          <p:cNvSpPr txBox="1"/>
          <p:nvPr/>
        </p:nvSpPr>
        <p:spPr>
          <a:xfrm>
            <a:off x="1371599" y="5072695"/>
            <a:ext cx="4206242"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t>STEP 4 </a:t>
            </a:r>
            <a:r>
              <a:rPr>
                <a:latin typeface="+mn-lt"/>
                <a:ea typeface="+mn-ea"/>
                <a:cs typeface="+mn-cs"/>
                <a:sym typeface="Helvetica"/>
              </a:rPr>
              <a:t>명령을 한 번 더 실행한다</a:t>
            </a:r>
          </a:p>
        </p:txBody>
      </p:sp>
      <p:sp>
        <p:nvSpPr>
          <p:cNvPr id="531" name="terminal"/>
          <p:cNvSpPr/>
          <p:nvPr/>
        </p:nvSpPr>
        <p:spPr>
          <a:xfrm>
            <a:off x="6035040" y="1920239"/>
            <a:ext cx="5605272" cy="1871473"/>
          </a:xfrm>
          <a:prstGeom prst="roundRect">
            <a:avLst>
              <a:gd name="adj" fmla="val 3909"/>
            </a:avLst>
          </a:prstGeom>
          <a:solidFill>
            <a:srgbClr val="1D1D1F"/>
          </a:solidFill>
          <a:ln w="12700">
            <a:miter lim="400000"/>
          </a:ln>
        </p:spPr>
        <p:txBody>
          <a:bodyPr lIns="45719" rIns="45719"/>
          <a:lstStyle/>
          <a:p>
            <a:pPr/>
          </a:p>
        </p:txBody>
      </p:sp>
      <p:sp>
        <p:nvSpPr>
          <p:cNvPr id="532" name="terminal-text"/>
          <p:cNvSpPr txBox="1"/>
          <p:nvPr/>
        </p:nvSpPr>
        <p:spPr>
          <a:xfrm>
            <a:off x="6217920" y="2066544"/>
            <a:ext cx="5239513" cy="137458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100">
                <a:solidFill>
                  <a:schemeClr val="accent2">
                    <a:hueOff val="-15247060"/>
                    <a:satOff val="-68000"/>
                    <a:lumOff val="4901"/>
                  </a:schemeClr>
                </a:solidFill>
                <a:latin typeface="Menlo Regular"/>
                <a:ea typeface="Menlo Regular"/>
                <a:cs typeface="Menlo Regular"/>
                <a:sym typeface="Menlo Regular"/>
              </a:defRPr>
            </a:pPr>
            <a:r>
              <a:t>open -e ~/.config/cdbd/cdbd.env</a:t>
            </a:r>
          </a:p>
          <a:p>
            <a:pPr>
              <a:defRPr sz="1100">
                <a:solidFill>
                  <a:schemeClr val="accent2">
                    <a:hueOff val="-15247060"/>
                    <a:satOff val="-68000"/>
                    <a:lumOff val="4901"/>
                  </a:schemeClr>
                </a:solidFill>
                <a:latin typeface="Menlo Regular"/>
                <a:ea typeface="Menlo Regular"/>
                <a:cs typeface="Menlo Regular"/>
                <a:sym typeface="Menlo Regular"/>
              </a:defRPr>
            </a:pPr>
            <a:r>
              <a:t> </a:t>
            </a:r>
          </a:p>
          <a:p>
            <a:pPr>
              <a:defRPr sz="1100">
                <a:solidFill>
                  <a:srgbClr val="6E6E73"/>
                </a:solidFill>
                <a:latin typeface="Menlo Regular"/>
                <a:ea typeface="Menlo Regular"/>
                <a:cs typeface="Menlo Regular"/>
                <a:sym typeface="Menlo Regular"/>
              </a:defRPr>
            </a:pPr>
            <a:r>
              <a:t># 이렇게 채웁니다</a:t>
            </a:r>
          </a:p>
          <a:p>
            <a:pPr>
              <a:defRPr sz="1100">
                <a:solidFill>
                  <a:schemeClr val="accent2">
                    <a:hueOff val="-15247060"/>
                    <a:satOff val="-68000"/>
                    <a:lumOff val="4901"/>
                  </a:schemeClr>
                </a:solidFill>
                <a:latin typeface="Menlo Regular"/>
                <a:ea typeface="Menlo Regular"/>
                <a:cs typeface="Menlo Regular"/>
                <a:sym typeface="Menlo Regular"/>
              </a:defRPr>
            </a:pPr>
            <a:r>
              <a:t>CDBD_EMAIL=공용계정이메일</a:t>
            </a:r>
          </a:p>
          <a:p>
            <a:pPr>
              <a:defRPr sz="1100">
                <a:solidFill>
                  <a:schemeClr val="accent2">
                    <a:hueOff val="-15247060"/>
                    <a:satOff val="-68000"/>
                    <a:lumOff val="4901"/>
                  </a:schemeClr>
                </a:solidFill>
                <a:latin typeface="Menlo Regular"/>
                <a:ea typeface="Menlo Regular"/>
                <a:cs typeface="Menlo Regular"/>
                <a:sym typeface="Menlo Regular"/>
              </a:defRPr>
            </a:pPr>
            <a:r>
              <a:t>CDBD_PASSWORD=공용계정비밀번호</a:t>
            </a:r>
          </a:p>
          <a:p>
            <a:pPr>
              <a:defRPr sz="1100">
                <a:solidFill>
                  <a:schemeClr val="accent2">
                    <a:hueOff val="-15247060"/>
                    <a:satOff val="-68000"/>
                    <a:lumOff val="4901"/>
                  </a:schemeClr>
                </a:solidFill>
                <a:latin typeface="Menlo Regular"/>
                <a:ea typeface="Menlo Regular"/>
                <a:cs typeface="Menlo Regular"/>
                <a:sym typeface="Menlo Regular"/>
              </a:defRPr>
            </a:pPr>
            <a:r>
              <a:t>CDBD_SUPABASE_URL=https://…(받은 값)</a:t>
            </a:r>
          </a:p>
          <a:p>
            <a:pPr>
              <a:defRPr sz="1100">
                <a:solidFill>
                  <a:schemeClr val="accent2">
                    <a:hueOff val="-15247060"/>
                    <a:satOff val="-68000"/>
                    <a:lumOff val="4901"/>
                  </a:schemeClr>
                </a:solidFill>
                <a:latin typeface="Menlo Regular"/>
                <a:ea typeface="Menlo Regular"/>
                <a:cs typeface="Menlo Regular"/>
                <a:sym typeface="Menlo Regular"/>
              </a:defRPr>
            </a:pPr>
            <a:r>
              <a:t>CDBD_SUPABASE_ANON_KEY=…(받은 값)</a:t>
            </a:r>
          </a:p>
          <a:p>
            <a:pPr>
              <a:defRPr sz="1100">
                <a:solidFill>
                  <a:schemeClr val="accent2">
                    <a:hueOff val="-15247060"/>
                    <a:satOff val="-68000"/>
                    <a:lumOff val="4901"/>
                  </a:schemeClr>
                </a:solidFill>
                <a:latin typeface="Menlo Regular"/>
                <a:ea typeface="Menlo Regular"/>
                <a:cs typeface="Menlo Regular"/>
                <a:sym typeface="Menlo Regular"/>
              </a:defRPr>
            </a:pPr>
            <a:r>
              <a:t>FIGMA_PAT=            # 비워 둬도 됨</a:t>
            </a:r>
          </a:p>
        </p:txBody>
      </p:sp>
      <p:sp>
        <p:nvSpPr>
          <p:cNvPr id="533" name="box-ok"/>
          <p:cNvSpPr/>
          <p:nvPr/>
        </p:nvSpPr>
        <p:spPr>
          <a:xfrm>
            <a:off x="6035040" y="4020311"/>
            <a:ext cx="5605272" cy="1030226"/>
          </a:xfrm>
          <a:prstGeom prst="roundRect">
            <a:avLst>
              <a:gd name="adj" fmla="val 8876"/>
            </a:avLst>
          </a:prstGeom>
          <a:solidFill>
            <a:schemeClr val="accent3">
              <a:alpha val="10000"/>
            </a:schemeClr>
          </a:solidFill>
          <a:ln w="12700">
            <a:miter lim="400000"/>
          </a:ln>
        </p:spPr>
        <p:txBody>
          <a:bodyPr lIns="45719" rIns="45719"/>
          <a:lstStyle/>
          <a:p>
            <a:pPr/>
          </a:p>
        </p:txBody>
      </p:sp>
      <p:sp>
        <p:nvSpPr>
          <p:cNvPr id="534" name="box-text"/>
          <p:cNvSpPr txBox="1"/>
          <p:nvPr/>
        </p:nvSpPr>
        <p:spPr>
          <a:xfrm>
            <a:off x="6236208" y="4148328"/>
            <a:ext cx="5202937" cy="533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chemeClr val="accent3"/>
                </a:solidFill>
                <a:latin typeface="Pretendard Bold"/>
                <a:ea typeface="Pretendard Bold"/>
                <a:cs typeface="Pretendard Bold"/>
                <a:sym typeface="Pretendard Bold"/>
              </a:defRPr>
            </a:pPr>
            <a:r>
              <a:rPr b="1">
                <a:latin typeface="+mn-lt"/>
                <a:ea typeface="+mn-ea"/>
                <a:cs typeface="+mn-cs"/>
                <a:sym typeface="Helvetica"/>
              </a:rPr>
              <a:t>✅ 이렇게 보이면 성공</a:t>
            </a:r>
          </a:p>
          <a:p>
            <a:pPr>
              <a:spcBef>
                <a:spcPts val="200"/>
              </a:spcBef>
              <a:defRPr sz="1200"/>
            </a:pPr>
            <a:r>
              <a:rPr>
                <a:latin typeface="+mn-lt"/>
                <a:ea typeface="+mn-ea"/>
                <a:cs typeface="+mn-cs"/>
                <a:sym typeface="Helvetica"/>
              </a:rPr>
              <a:t>다시 실행한 셋업의 마지막 줄이 「⚠️ 확인 필요 </a:t>
            </a:r>
            <a:r>
              <a:t>0</a:t>
            </a:r>
            <a:r>
              <a:rPr>
                <a:latin typeface="+mn-lt"/>
                <a:ea typeface="+mn-ea"/>
                <a:cs typeface="+mn-cs"/>
                <a:sym typeface="Helvetica"/>
              </a:rPr>
              <a:t>」</a:t>
            </a:r>
            <a:r>
              <a:t>, 8</a:t>
            </a:r>
            <a:r>
              <a:rPr>
                <a:latin typeface="+mn-lt"/>
                <a:ea typeface="+mn-ea"/>
                <a:cs typeface="+mn-cs"/>
                <a:sym typeface="Helvetica"/>
              </a:rPr>
              <a:t>번이 「✅ </a:t>
            </a:r>
            <a:r>
              <a:t>get_credentials()</a:t>
            </a:r>
            <a:r>
              <a:rPr>
                <a:latin typeface="+mn-lt"/>
                <a:ea typeface="+mn-ea"/>
                <a:cs typeface="+mn-cs"/>
                <a:sym typeface="Helvetica"/>
              </a:rPr>
              <a:t>」</a:t>
            </a:r>
          </a:p>
        </p:txBody>
      </p:sp>
      <p:sp>
        <p:nvSpPr>
          <p:cNvPr id="535" name="box-red"/>
          <p:cNvSpPr/>
          <p:nvPr/>
        </p:nvSpPr>
        <p:spPr>
          <a:xfrm>
            <a:off x="6035040" y="5233415"/>
            <a:ext cx="5605272" cy="847345"/>
          </a:xfrm>
          <a:prstGeom prst="roundRect">
            <a:avLst>
              <a:gd name="adj" fmla="val 10791"/>
            </a:avLst>
          </a:prstGeom>
          <a:solidFill>
            <a:schemeClr val="accent5">
              <a:alpha val="10000"/>
            </a:schemeClr>
          </a:solidFill>
          <a:ln w="12700">
            <a:miter lim="400000"/>
          </a:ln>
        </p:spPr>
        <p:txBody>
          <a:bodyPr lIns="45719" rIns="45719"/>
          <a:lstStyle/>
          <a:p>
            <a:pPr/>
          </a:p>
        </p:txBody>
      </p:sp>
      <p:sp>
        <p:nvSpPr>
          <p:cNvPr id="536" name="box-text"/>
          <p:cNvSpPr txBox="1"/>
          <p:nvPr/>
        </p:nvSpPr>
        <p:spPr>
          <a:xfrm>
            <a:off x="6236208" y="5361432"/>
            <a:ext cx="5202937" cy="660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chemeClr val="accent5"/>
                </a:solidFill>
                <a:latin typeface="Pretendard Bold"/>
                <a:ea typeface="Pretendard Bold"/>
                <a:cs typeface="Pretendard Bold"/>
                <a:sym typeface="Pretendard Bold"/>
              </a:defRPr>
            </a:pPr>
            <a:r>
              <a:rPr b="1">
                <a:latin typeface="+mn-lt"/>
                <a:ea typeface="+mn-ea"/>
                <a:cs typeface="+mn-cs"/>
                <a:sym typeface="Helvetica"/>
              </a:rPr>
              <a:t>주의</a:t>
            </a:r>
          </a:p>
          <a:p>
            <a:pPr>
              <a:spcBef>
                <a:spcPts val="200"/>
              </a:spcBef>
              <a:defRPr sz="1200"/>
            </a:pPr>
            <a:r>
              <a:rPr>
                <a:latin typeface="+mn-lt"/>
                <a:ea typeface="+mn-ea"/>
                <a:cs typeface="+mn-cs"/>
                <a:sym typeface="Helvetica"/>
              </a:rPr>
              <a:t>🔴 </a:t>
            </a:r>
            <a:r>
              <a:t>credentials.json</a:t>
            </a:r>
            <a:r>
              <a:rPr>
                <a:latin typeface="+mn-lt"/>
                <a:ea typeface="+mn-ea"/>
                <a:cs typeface="+mn-cs"/>
                <a:sym typeface="Helvetica"/>
              </a:rPr>
              <a:t>은 복사하지 않습니다 </a:t>
            </a:r>
            <a:r>
              <a:t>— </a:t>
            </a:r>
            <a:r>
              <a:rPr>
                <a:latin typeface="+mn-lt"/>
                <a:ea typeface="+mn-ea"/>
                <a:cs typeface="+mn-cs"/>
                <a:sym typeface="Helvetica"/>
              </a:rPr>
              <a:t>셋업이 내 맥용을 자동으로 받습니다 </a:t>
            </a:r>
            <a:r>
              <a:t>(cdbd.env</a:t>
            </a:r>
            <a:r>
              <a:rPr>
                <a:latin typeface="+mn-lt"/>
                <a:ea typeface="+mn-ea"/>
                <a:cs typeface="+mn-cs"/>
                <a:sym typeface="Helvetica"/>
              </a:rPr>
              <a:t>는 옮겨도 </a:t>
            </a:r>
            <a:r>
              <a:t>OK)</a:t>
            </a:r>
          </a:p>
        </p:txBody>
      </p:sp>
      <p:sp>
        <p:nvSpPr>
          <p:cNvPr id="537" name="tracker"/>
          <p:cNvSpPr/>
          <p:nvPr/>
        </p:nvSpPr>
        <p:spPr>
          <a:xfrm>
            <a:off x="4937759" y="6437376"/>
            <a:ext cx="118873" cy="118873"/>
          </a:xfrm>
          <a:prstGeom prst="ellipse">
            <a:avLst/>
          </a:prstGeom>
          <a:solidFill>
            <a:schemeClr val="accent1"/>
          </a:solidFill>
          <a:ln>
            <a:solidFill>
              <a:schemeClr val="accent1"/>
            </a:solidFill>
          </a:ln>
        </p:spPr>
        <p:txBody>
          <a:bodyPr lIns="45719" rIns="45719"/>
          <a:lstStyle/>
          <a:p>
            <a:pPr/>
          </a:p>
        </p:txBody>
      </p:sp>
      <p:sp>
        <p:nvSpPr>
          <p:cNvPr id="538" name="tracker"/>
          <p:cNvSpPr/>
          <p:nvPr/>
        </p:nvSpPr>
        <p:spPr>
          <a:xfrm>
            <a:off x="5212079" y="6437376"/>
            <a:ext cx="118873" cy="118873"/>
          </a:xfrm>
          <a:prstGeom prst="ellipse">
            <a:avLst/>
          </a:prstGeom>
          <a:solidFill>
            <a:schemeClr val="accent1"/>
          </a:solidFill>
          <a:ln>
            <a:solidFill>
              <a:schemeClr val="accent1"/>
            </a:solidFill>
          </a:ln>
        </p:spPr>
        <p:txBody>
          <a:bodyPr lIns="45719" rIns="45719"/>
          <a:lstStyle/>
          <a:p>
            <a:pPr/>
          </a:p>
        </p:txBody>
      </p:sp>
      <p:sp>
        <p:nvSpPr>
          <p:cNvPr id="539" name="tracker"/>
          <p:cNvSpPr/>
          <p:nvPr/>
        </p:nvSpPr>
        <p:spPr>
          <a:xfrm>
            <a:off x="5486400" y="6437376"/>
            <a:ext cx="118873" cy="118873"/>
          </a:xfrm>
          <a:prstGeom prst="ellipse">
            <a:avLst/>
          </a:prstGeom>
          <a:solidFill>
            <a:schemeClr val="accent1"/>
          </a:solidFill>
          <a:ln>
            <a:solidFill>
              <a:schemeClr val="accent1"/>
            </a:solidFill>
          </a:ln>
        </p:spPr>
        <p:txBody>
          <a:bodyPr lIns="45719" rIns="45719"/>
          <a:lstStyle/>
          <a:p>
            <a:pPr/>
          </a:p>
        </p:txBody>
      </p:sp>
      <p:sp>
        <p:nvSpPr>
          <p:cNvPr id="540" name="tracker"/>
          <p:cNvSpPr/>
          <p:nvPr/>
        </p:nvSpPr>
        <p:spPr>
          <a:xfrm>
            <a:off x="5760720" y="6437376"/>
            <a:ext cx="118873" cy="118873"/>
          </a:xfrm>
          <a:prstGeom prst="ellipse">
            <a:avLst/>
          </a:prstGeom>
          <a:solidFill>
            <a:schemeClr val="accent1"/>
          </a:solidFill>
          <a:ln>
            <a:solidFill>
              <a:schemeClr val="accent1"/>
            </a:solidFill>
          </a:ln>
        </p:spPr>
        <p:txBody>
          <a:bodyPr lIns="45719" rIns="45719"/>
          <a:lstStyle/>
          <a:p>
            <a:pPr/>
          </a:p>
        </p:txBody>
      </p:sp>
      <p:sp>
        <p:nvSpPr>
          <p:cNvPr id="541" name="tracker"/>
          <p:cNvSpPr/>
          <p:nvPr/>
        </p:nvSpPr>
        <p:spPr>
          <a:xfrm>
            <a:off x="6035040" y="6437376"/>
            <a:ext cx="118873" cy="118873"/>
          </a:xfrm>
          <a:prstGeom prst="ellipse">
            <a:avLst/>
          </a:prstGeom>
          <a:solidFill>
            <a:schemeClr val="accent1"/>
          </a:solidFill>
          <a:ln>
            <a:solidFill>
              <a:schemeClr val="accent1"/>
            </a:solidFill>
          </a:ln>
        </p:spPr>
        <p:txBody>
          <a:bodyPr lIns="45719" rIns="45719"/>
          <a:lstStyle/>
          <a:p>
            <a:pPr/>
          </a:p>
        </p:txBody>
      </p:sp>
      <p:sp>
        <p:nvSpPr>
          <p:cNvPr id="542" name="tracker"/>
          <p:cNvSpPr/>
          <p:nvPr/>
        </p:nvSpPr>
        <p:spPr>
          <a:xfrm>
            <a:off x="6309359" y="6437376"/>
            <a:ext cx="118873" cy="118873"/>
          </a:xfrm>
          <a:prstGeom prst="ellipse">
            <a:avLst/>
          </a:prstGeom>
          <a:solidFill>
            <a:srgbClr val="F5F5F7"/>
          </a:solidFill>
          <a:ln>
            <a:solidFill>
              <a:srgbClr val="C9C9D2"/>
            </a:solidFill>
          </a:ln>
        </p:spPr>
        <p:txBody>
          <a:bodyPr lIns="45719" rIns="45719"/>
          <a:lstStyle/>
          <a:p>
            <a:pPr/>
          </a:p>
        </p:txBody>
      </p:sp>
      <p:sp>
        <p:nvSpPr>
          <p:cNvPr id="543" name="tracker"/>
          <p:cNvSpPr/>
          <p:nvPr/>
        </p:nvSpPr>
        <p:spPr>
          <a:xfrm>
            <a:off x="6583680" y="6437376"/>
            <a:ext cx="118873" cy="118873"/>
          </a:xfrm>
          <a:prstGeom prst="ellipse">
            <a:avLst/>
          </a:prstGeom>
          <a:solidFill>
            <a:srgbClr val="F5F5F7"/>
          </a:solidFill>
          <a:ln>
            <a:solidFill>
              <a:srgbClr val="C9C9D2"/>
            </a:solidFill>
          </a:ln>
        </p:spPr>
        <p:txBody>
          <a:bodyPr lIns="45719" rIns="45719"/>
          <a:lstStyle/>
          <a:p>
            <a:pPr/>
          </a:p>
        </p:txBody>
      </p:sp>
      <p:sp>
        <p:nvSpPr>
          <p:cNvPr id="544" name="tracker"/>
          <p:cNvSpPr/>
          <p:nvPr/>
        </p:nvSpPr>
        <p:spPr>
          <a:xfrm>
            <a:off x="6858000" y="6437376"/>
            <a:ext cx="118873" cy="118873"/>
          </a:xfrm>
          <a:prstGeom prst="ellipse">
            <a:avLst/>
          </a:prstGeom>
          <a:solidFill>
            <a:srgbClr val="F5F5F7"/>
          </a:solidFill>
          <a:ln>
            <a:solidFill>
              <a:srgbClr val="C9C9D2"/>
            </a:solidFill>
          </a:ln>
        </p:spPr>
        <p:txBody>
          <a:bodyPr lIns="45719" rIns="45719"/>
          <a:lstStyle/>
          <a:p>
            <a:pPr/>
          </a:p>
        </p:txBody>
      </p:sp>
      <p:sp>
        <p:nvSpPr>
          <p:cNvPr id="545" name="tracker"/>
          <p:cNvSpPr/>
          <p:nvPr/>
        </p:nvSpPr>
        <p:spPr>
          <a:xfrm>
            <a:off x="7132319" y="6437376"/>
            <a:ext cx="118873" cy="118873"/>
          </a:xfrm>
          <a:prstGeom prst="ellipse">
            <a:avLst/>
          </a:prstGeom>
          <a:solidFill>
            <a:srgbClr val="F5F5F7"/>
          </a:solidFill>
          <a:ln>
            <a:solidFill>
              <a:srgbClr val="C9C9D2"/>
            </a:solidFill>
          </a:ln>
        </p:spPr>
        <p:txBody>
          <a:bodyPr lIns="45719" rIns="45719"/>
          <a:lstStyle/>
          <a:p>
            <a:pPr/>
          </a:p>
        </p:txBody>
      </p:sp>
      <p:sp>
        <p:nvSpPr>
          <p:cNvPr id="546" name="Text 33"/>
          <p:cNvSpPr txBox="1"/>
          <p:nvPr/>
        </p:nvSpPr>
        <p:spPr>
          <a:xfrm>
            <a:off x="7452359" y="6426961"/>
            <a:ext cx="731521"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chemeClr val="accent1"/>
                </a:solidFill>
                <a:latin typeface="Pretendard Bold"/>
                <a:ea typeface="Pretendard Bold"/>
                <a:cs typeface="Pretendard Bold"/>
                <a:sym typeface="Pretendard Bold"/>
              </a:defRPr>
            </a:lvl1pPr>
          </a:lstStyle>
          <a:p>
            <a:pPr/>
            <a:r>
              <a:t>5 / 9</a:t>
            </a:r>
          </a:p>
        </p:txBody>
      </p:sp>
      <p:sp>
        <p:nvSpPr>
          <p:cNvPr id="547" name="Slide Number Placeholder 0"/>
          <p:cNvSpPr txBox="1"/>
          <p:nvPr>
            <p:ph type="sldNum" sz="quarter" idx="4294967295"/>
          </p:nvPr>
        </p:nvSpPr>
        <p:spPr>
          <a:xfrm>
            <a:off x="11415509" y="6355079"/>
            <a:ext cx="224803"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51"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a:t>
            </a:r>
            <a:r>
              <a:t>· </a:t>
            </a:r>
            <a:r>
              <a:rPr b="1">
                <a:latin typeface="+mn-lt"/>
                <a:ea typeface="+mn-ea"/>
                <a:cs typeface="+mn-cs"/>
                <a:sym typeface="Helvetica"/>
              </a:rPr>
              <a:t>확인</a:t>
            </a:r>
          </a:p>
        </p:txBody>
      </p:sp>
      <p:sp>
        <p:nvSpPr>
          <p:cNvPr id="552"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STEP 6 / 9</a:t>
            </a:r>
          </a:p>
        </p:txBody>
      </p:sp>
      <p:sp>
        <p:nvSpPr>
          <p:cNvPr id="553" name="Text 1"/>
          <p:cNvSpPr txBox="1"/>
          <p:nvPr>
            <p:ph type="title"/>
          </p:nvPr>
        </p:nvSpPr>
        <p:spPr>
          <a:xfrm>
            <a:off x="548640" y="676655"/>
            <a:ext cx="11091672" cy="658369"/>
          </a:xfrm>
          <a:prstGeom prst="rect">
            <a:avLst/>
          </a:prstGeom>
        </p:spPr>
        <p:txBody>
          <a:bodyPr lIns="0" tIns="0" rIns="0" bIns="0" anchor="ctr"/>
          <a:lstStyle/>
          <a:p>
            <a:pPr/>
            <a:r>
              <a:t>STEP 6.  </a:t>
            </a:r>
            <a:r>
              <a:rPr b="1">
                <a:latin typeface="+mn-lt"/>
                <a:ea typeface="+mn-ea"/>
                <a:cs typeface="+mn-cs"/>
                <a:sym typeface="Helvetica"/>
              </a:rPr>
              <a:t>폴더 신뢰 승인 </a:t>
            </a:r>
            <a:r>
              <a:t>(</a:t>
            </a:r>
            <a:r>
              <a:rPr b="1">
                <a:latin typeface="+mn-lt"/>
                <a:ea typeface="+mn-ea"/>
                <a:cs typeface="+mn-cs"/>
                <a:sym typeface="Helvetica"/>
              </a:rPr>
              <a:t>볼트 </a:t>
            </a:r>
            <a:r>
              <a:t>6</a:t>
            </a:r>
            <a:r>
              <a:rPr b="1">
                <a:latin typeface="+mn-lt"/>
                <a:ea typeface="+mn-ea"/>
                <a:cs typeface="+mn-cs"/>
                <a:sym typeface="Helvetica"/>
              </a:rPr>
              <a:t>곳</a:t>
            </a:r>
            <a:r>
              <a:t>)</a:t>
            </a:r>
          </a:p>
        </p:txBody>
      </p:sp>
      <p:sp>
        <p:nvSpPr>
          <p:cNvPr id="554"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왜 하나요 </a:t>
            </a:r>
            <a:r>
              <a:t>— </a:t>
            </a:r>
            <a:r>
              <a:rPr>
                <a:latin typeface="+mn-lt"/>
                <a:ea typeface="+mn-ea"/>
                <a:cs typeface="+mn-cs"/>
                <a:sym typeface="Helvetica"/>
              </a:rPr>
              <a:t>승인 전에는 볼트에 넣어 둔 </a:t>
            </a:r>
            <a:r>
              <a:t>Claude </a:t>
            </a:r>
            <a:r>
              <a:rPr>
                <a:latin typeface="+mn-lt"/>
                <a:ea typeface="+mn-ea"/>
                <a:cs typeface="+mn-cs"/>
                <a:sym typeface="Helvetica"/>
              </a:rPr>
              <a:t>허용 설정이 무시됩니다</a:t>
            </a:r>
            <a:r>
              <a:t>. </a:t>
            </a:r>
            <a:r>
              <a:rPr>
                <a:latin typeface="+mn-lt"/>
                <a:ea typeface="+mn-ea"/>
                <a:cs typeface="+mn-cs"/>
                <a:sym typeface="Helvetica"/>
              </a:rPr>
              <a:t>볼트마다 한 번만 하면 됩니다</a:t>
            </a:r>
            <a:r>
              <a:t>.</a:t>
            </a:r>
          </a:p>
        </p:txBody>
      </p:sp>
      <p:sp>
        <p:nvSpPr>
          <p:cNvPr id="555" name="todo-card"/>
          <p:cNvSpPr/>
          <p:nvPr/>
        </p:nvSpPr>
        <p:spPr>
          <a:xfrm>
            <a:off x="548640" y="1920239"/>
            <a:ext cx="5212080" cy="4160522"/>
          </a:xfrm>
          <a:prstGeom prst="roundRect">
            <a:avLst>
              <a:gd name="adj" fmla="val 2637"/>
            </a:avLst>
          </a:prstGeom>
          <a:solidFill>
            <a:srgbClr val="F5F5F7"/>
          </a:solidFill>
          <a:ln w="12700">
            <a:miter lim="400000"/>
          </a:ln>
        </p:spPr>
        <p:txBody>
          <a:bodyPr lIns="45719" rIns="45719"/>
          <a:lstStyle/>
          <a:p>
            <a:pPr/>
          </a:p>
        </p:txBody>
      </p:sp>
      <p:sp>
        <p:nvSpPr>
          <p:cNvPr id="556" name="Text 5"/>
          <p:cNvSpPr txBox="1"/>
          <p:nvPr/>
        </p:nvSpPr>
        <p:spPr>
          <a:xfrm>
            <a:off x="822960" y="2142170"/>
            <a:ext cx="4572001"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이렇게 하세요</a:t>
            </a:r>
          </a:p>
        </p:txBody>
      </p:sp>
      <p:sp>
        <p:nvSpPr>
          <p:cNvPr id="557" name="num"/>
          <p:cNvSpPr/>
          <p:nvPr/>
        </p:nvSpPr>
        <p:spPr>
          <a:xfrm>
            <a:off x="822960" y="2642616"/>
            <a:ext cx="384049" cy="384049"/>
          </a:xfrm>
          <a:prstGeom prst="ellipse">
            <a:avLst/>
          </a:prstGeom>
          <a:solidFill>
            <a:schemeClr val="accent1"/>
          </a:solidFill>
          <a:ln w="12700">
            <a:miter lim="400000"/>
          </a:ln>
        </p:spPr>
        <p:txBody>
          <a:bodyPr lIns="45719" rIns="45719"/>
          <a:lstStyle/>
          <a:p>
            <a:pPr/>
          </a:p>
        </p:txBody>
      </p:sp>
      <p:sp>
        <p:nvSpPr>
          <p:cNvPr id="558" name="Text 7"/>
          <p:cNvSpPr txBox="1"/>
          <p:nvPr/>
        </p:nvSpPr>
        <p:spPr>
          <a:xfrm>
            <a:off x="822960" y="2745739"/>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559" name="Text 8"/>
          <p:cNvSpPr txBox="1"/>
          <p:nvPr/>
        </p:nvSpPr>
        <p:spPr>
          <a:xfrm>
            <a:off x="1371599" y="2713544"/>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오른쪽 첫 줄을 붙여넣고 </a:t>
            </a:r>
            <a:r>
              <a:t>Enter</a:t>
            </a:r>
          </a:p>
        </p:txBody>
      </p:sp>
      <p:sp>
        <p:nvSpPr>
          <p:cNvPr id="560" name="num"/>
          <p:cNvSpPr/>
          <p:nvPr/>
        </p:nvSpPr>
        <p:spPr>
          <a:xfrm>
            <a:off x="822960" y="3429000"/>
            <a:ext cx="384049" cy="384048"/>
          </a:xfrm>
          <a:prstGeom prst="ellipse">
            <a:avLst/>
          </a:prstGeom>
          <a:solidFill>
            <a:schemeClr val="accent1"/>
          </a:solidFill>
          <a:ln w="12700">
            <a:miter lim="400000"/>
          </a:ln>
        </p:spPr>
        <p:txBody>
          <a:bodyPr lIns="45719" rIns="45719"/>
          <a:lstStyle/>
          <a:p>
            <a:pPr/>
          </a:p>
        </p:txBody>
      </p:sp>
      <p:sp>
        <p:nvSpPr>
          <p:cNvPr id="561" name="Text 10"/>
          <p:cNvSpPr txBox="1"/>
          <p:nvPr/>
        </p:nvSpPr>
        <p:spPr>
          <a:xfrm>
            <a:off x="822960" y="3532123"/>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562" name="Text 11"/>
          <p:cNvSpPr txBox="1"/>
          <p:nvPr/>
        </p:nvSpPr>
        <p:spPr>
          <a:xfrm>
            <a:off x="1371599" y="3499927"/>
            <a:ext cx="4206242" cy="42952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a:t>
            </a:r>
            <a:r>
              <a:t>Do you trust the files in this folder?</a:t>
            </a:r>
            <a:r>
              <a:rPr>
                <a:latin typeface="+mn-lt"/>
                <a:ea typeface="+mn-ea"/>
                <a:cs typeface="+mn-cs"/>
                <a:sym typeface="Helvetica"/>
              </a:rPr>
              <a:t>」 </a:t>
            </a:r>
            <a:r>
              <a:t>→ 1. Yes, proceed </a:t>
            </a:r>
            <a:r>
              <a:rPr>
                <a:latin typeface="+mn-lt"/>
                <a:ea typeface="+mn-ea"/>
                <a:cs typeface="+mn-cs"/>
                <a:sym typeface="Helvetica"/>
              </a:rPr>
              <a:t>에서 </a:t>
            </a:r>
            <a:r>
              <a:t>Enter</a:t>
            </a:r>
          </a:p>
        </p:txBody>
      </p:sp>
      <p:sp>
        <p:nvSpPr>
          <p:cNvPr id="563" name="num"/>
          <p:cNvSpPr/>
          <p:nvPr/>
        </p:nvSpPr>
        <p:spPr>
          <a:xfrm>
            <a:off x="822960" y="4215384"/>
            <a:ext cx="384049" cy="384049"/>
          </a:xfrm>
          <a:prstGeom prst="ellipse">
            <a:avLst/>
          </a:prstGeom>
          <a:solidFill>
            <a:schemeClr val="accent1"/>
          </a:solidFill>
          <a:ln w="12700">
            <a:miter lim="400000"/>
          </a:ln>
        </p:spPr>
        <p:txBody>
          <a:bodyPr lIns="45719" rIns="45719"/>
          <a:lstStyle/>
          <a:p>
            <a:pPr/>
          </a:p>
        </p:txBody>
      </p:sp>
      <p:sp>
        <p:nvSpPr>
          <p:cNvPr id="564" name="Text 13"/>
          <p:cNvSpPr txBox="1"/>
          <p:nvPr/>
        </p:nvSpPr>
        <p:spPr>
          <a:xfrm>
            <a:off x="822960" y="4318508"/>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565" name="Text 14"/>
          <p:cNvSpPr txBox="1"/>
          <p:nvPr/>
        </p:nvSpPr>
        <p:spPr>
          <a:xfrm>
            <a:off x="1371599" y="4286312"/>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입력창이 나오면 </a:t>
            </a:r>
            <a:r>
              <a:t>/exit → Enter</a:t>
            </a:r>
          </a:p>
        </p:txBody>
      </p:sp>
      <p:sp>
        <p:nvSpPr>
          <p:cNvPr id="566" name="num"/>
          <p:cNvSpPr/>
          <p:nvPr/>
        </p:nvSpPr>
        <p:spPr>
          <a:xfrm>
            <a:off x="822960" y="5001767"/>
            <a:ext cx="384049" cy="384049"/>
          </a:xfrm>
          <a:prstGeom prst="ellipse">
            <a:avLst/>
          </a:prstGeom>
          <a:solidFill>
            <a:schemeClr val="accent1"/>
          </a:solidFill>
          <a:ln w="12700">
            <a:miter lim="400000"/>
          </a:ln>
        </p:spPr>
        <p:txBody>
          <a:bodyPr lIns="45719" rIns="45719"/>
          <a:lstStyle/>
          <a:p>
            <a:pPr/>
          </a:p>
        </p:txBody>
      </p:sp>
      <p:sp>
        <p:nvSpPr>
          <p:cNvPr id="567" name="Text 16"/>
          <p:cNvSpPr txBox="1"/>
          <p:nvPr/>
        </p:nvSpPr>
        <p:spPr>
          <a:xfrm>
            <a:off x="822960" y="5104891"/>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4</a:t>
            </a:r>
          </a:p>
        </p:txBody>
      </p:sp>
      <p:sp>
        <p:nvSpPr>
          <p:cNvPr id="568" name="Text 17"/>
          <p:cNvSpPr txBox="1"/>
          <p:nvPr/>
        </p:nvSpPr>
        <p:spPr>
          <a:xfrm>
            <a:off x="1371599" y="5072695"/>
            <a:ext cx="4206242"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나머지 </a:t>
            </a:r>
            <a:r>
              <a:t>5</a:t>
            </a:r>
            <a:r>
              <a:rPr>
                <a:latin typeface="+mn-lt"/>
                <a:ea typeface="+mn-ea"/>
                <a:cs typeface="+mn-cs"/>
                <a:sym typeface="Helvetica"/>
              </a:rPr>
              <a:t>줄도 하나씩 같은 방법으로</a:t>
            </a:r>
          </a:p>
        </p:txBody>
      </p:sp>
      <p:sp>
        <p:nvSpPr>
          <p:cNvPr id="569" name="terminal"/>
          <p:cNvSpPr/>
          <p:nvPr/>
        </p:nvSpPr>
        <p:spPr>
          <a:xfrm>
            <a:off x="6035040" y="1920239"/>
            <a:ext cx="5605272" cy="1385317"/>
          </a:xfrm>
          <a:prstGeom prst="roundRect">
            <a:avLst>
              <a:gd name="adj" fmla="val 5281"/>
            </a:avLst>
          </a:prstGeom>
          <a:solidFill>
            <a:srgbClr val="1D1D1F"/>
          </a:solidFill>
          <a:ln w="12700">
            <a:miter lim="400000"/>
          </a:ln>
        </p:spPr>
        <p:txBody>
          <a:bodyPr lIns="45719" rIns="45719"/>
          <a:lstStyle/>
          <a:p>
            <a:pPr/>
          </a:p>
        </p:txBody>
      </p:sp>
      <p:sp>
        <p:nvSpPr>
          <p:cNvPr id="570" name="terminal-text"/>
          <p:cNvSpPr txBox="1"/>
          <p:nvPr/>
        </p:nvSpPr>
        <p:spPr>
          <a:xfrm>
            <a:off x="6217920" y="2066544"/>
            <a:ext cx="5239513" cy="838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000">
                <a:solidFill>
                  <a:schemeClr val="accent2">
                    <a:hueOff val="-15247060"/>
                    <a:satOff val="-68000"/>
                    <a:lumOff val="4901"/>
                  </a:schemeClr>
                </a:solidFill>
                <a:latin typeface="Menlo Regular"/>
                <a:ea typeface="Menlo Regular"/>
                <a:cs typeface="Menlo Regular"/>
                <a:sym typeface="Menlo Regular"/>
              </a:defRPr>
            </a:pPr>
            <a:r>
              <a:t>cd ~/Documents/GitHub/design &amp;&amp; claude</a:t>
            </a:r>
          </a:p>
          <a:p>
            <a:pPr>
              <a:defRPr sz="1000">
                <a:solidFill>
                  <a:schemeClr val="accent2">
                    <a:hueOff val="-15247060"/>
                    <a:satOff val="-68000"/>
                    <a:lumOff val="4901"/>
                  </a:schemeClr>
                </a:solidFill>
                <a:latin typeface="Menlo Regular"/>
                <a:ea typeface="Menlo Regular"/>
                <a:cs typeface="Menlo Regular"/>
                <a:sym typeface="Menlo Regular"/>
              </a:defRPr>
            </a:pPr>
            <a:r>
              <a:t>cd ~/Documents/GitHub/design/cdbd-templates &amp;&amp; claude</a:t>
            </a:r>
          </a:p>
          <a:p>
            <a:pPr>
              <a:defRPr sz="1000">
                <a:solidFill>
                  <a:schemeClr val="accent2">
                    <a:hueOff val="-15247060"/>
                    <a:satOff val="-68000"/>
                    <a:lumOff val="4901"/>
                  </a:schemeClr>
                </a:solidFill>
                <a:latin typeface="Menlo Regular"/>
                <a:ea typeface="Menlo Regular"/>
                <a:cs typeface="Menlo Regular"/>
                <a:sym typeface="Menlo Regular"/>
              </a:defRPr>
            </a:pPr>
            <a:r>
              <a:t>cd ~/Documents/GitHub/design/cdbd-design-service &amp;&amp; claude</a:t>
            </a:r>
          </a:p>
          <a:p>
            <a:pPr>
              <a:defRPr sz="1000">
                <a:solidFill>
                  <a:schemeClr val="accent2">
                    <a:hueOff val="-15247060"/>
                    <a:satOff val="-68000"/>
                    <a:lumOff val="4901"/>
                  </a:schemeClr>
                </a:solidFill>
                <a:latin typeface="Menlo Regular"/>
                <a:ea typeface="Menlo Regular"/>
                <a:cs typeface="Menlo Regular"/>
                <a:sym typeface="Menlo Regular"/>
              </a:defRPr>
            </a:pPr>
            <a:r>
              <a:t>cd ~/Documents/GitHub/design/cdbd-design-system &amp;&amp; claude</a:t>
            </a:r>
          </a:p>
          <a:p>
            <a:pPr>
              <a:defRPr sz="1000">
                <a:solidFill>
                  <a:schemeClr val="accent2">
                    <a:hueOff val="-15247060"/>
                    <a:satOff val="-68000"/>
                    <a:lumOff val="4901"/>
                  </a:schemeClr>
                </a:solidFill>
                <a:latin typeface="Menlo Regular"/>
                <a:ea typeface="Menlo Regular"/>
                <a:cs typeface="Menlo Regular"/>
                <a:sym typeface="Menlo Regular"/>
              </a:defRPr>
            </a:pPr>
            <a:r>
              <a:t>cd ~/Documents/GitHub/design/cdbd-marketing &amp;&amp; claude</a:t>
            </a:r>
          </a:p>
          <a:p>
            <a:pPr>
              <a:defRPr sz="1000">
                <a:solidFill>
                  <a:schemeClr val="accent2">
                    <a:hueOff val="-15247060"/>
                    <a:satOff val="-68000"/>
                    <a:lumOff val="4901"/>
                  </a:schemeClr>
                </a:solidFill>
                <a:latin typeface="Menlo Regular"/>
                <a:ea typeface="Menlo Regular"/>
                <a:cs typeface="Menlo Regular"/>
                <a:sym typeface="Menlo Regular"/>
              </a:defRPr>
            </a:pPr>
            <a:r>
              <a:t>cd ~/Documents/GitHub/design/makevu-qrstp &amp;&amp; claude</a:t>
            </a:r>
          </a:p>
        </p:txBody>
      </p:sp>
      <p:sp>
        <p:nvSpPr>
          <p:cNvPr id="571" name="box-ok"/>
          <p:cNvSpPr/>
          <p:nvPr/>
        </p:nvSpPr>
        <p:spPr>
          <a:xfrm>
            <a:off x="6035040" y="3534155"/>
            <a:ext cx="5605272" cy="1143001"/>
          </a:xfrm>
          <a:prstGeom prst="roundRect">
            <a:avLst>
              <a:gd name="adj" fmla="val 8000"/>
            </a:avLst>
          </a:prstGeom>
          <a:solidFill>
            <a:schemeClr val="accent3">
              <a:alpha val="10000"/>
            </a:schemeClr>
          </a:solidFill>
          <a:ln w="12700">
            <a:miter lim="400000"/>
          </a:ln>
        </p:spPr>
        <p:txBody>
          <a:bodyPr lIns="45719" rIns="45719"/>
          <a:lstStyle/>
          <a:p>
            <a:pPr/>
          </a:p>
        </p:txBody>
      </p:sp>
      <p:sp>
        <p:nvSpPr>
          <p:cNvPr id="572" name="box-text"/>
          <p:cNvSpPr txBox="1"/>
          <p:nvPr/>
        </p:nvSpPr>
        <p:spPr>
          <a:xfrm>
            <a:off x="6236208" y="3662171"/>
            <a:ext cx="5202937" cy="469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chemeClr val="accent3"/>
                </a:solidFill>
                <a:latin typeface="Pretendard Bold"/>
                <a:ea typeface="Pretendard Bold"/>
                <a:cs typeface="Pretendard Bold"/>
                <a:sym typeface="Pretendard Bold"/>
              </a:defRPr>
            </a:pPr>
            <a:r>
              <a:rPr b="1">
                <a:latin typeface="+mn-lt"/>
                <a:ea typeface="+mn-ea"/>
                <a:cs typeface="+mn-cs"/>
                <a:sym typeface="Helvetica"/>
              </a:rPr>
              <a:t>✅ 이렇게 보이면 성공</a:t>
            </a:r>
          </a:p>
          <a:p>
            <a:pPr>
              <a:spcBef>
                <a:spcPts val="200"/>
              </a:spcBef>
              <a:defRPr sz="1200"/>
            </a:pPr>
            <a:r>
              <a:rPr>
                <a:latin typeface="+mn-lt"/>
                <a:ea typeface="+mn-ea"/>
                <a:cs typeface="+mn-cs"/>
                <a:sym typeface="Helvetica"/>
              </a:rPr>
              <a:t>같은 줄을 다시 실행하면 질문 없이 바로 입력창이 나온다</a:t>
            </a:r>
          </a:p>
        </p:txBody>
      </p:sp>
      <p:sp>
        <p:nvSpPr>
          <p:cNvPr id="573" name="box-no"/>
          <p:cNvSpPr/>
          <p:nvPr/>
        </p:nvSpPr>
        <p:spPr>
          <a:xfrm>
            <a:off x="6035040" y="4860035"/>
            <a:ext cx="5605272" cy="1220725"/>
          </a:xfrm>
          <a:prstGeom prst="roundRect">
            <a:avLst>
              <a:gd name="adj" fmla="val 7491"/>
            </a:avLst>
          </a:prstGeom>
          <a:solidFill>
            <a:srgbClr val="F5F5F7"/>
          </a:solidFill>
          <a:ln w="12700">
            <a:miter lim="400000"/>
          </a:ln>
        </p:spPr>
        <p:txBody>
          <a:bodyPr lIns="45719" rIns="45719"/>
          <a:lstStyle/>
          <a:p>
            <a:pPr/>
          </a:p>
        </p:txBody>
      </p:sp>
      <p:sp>
        <p:nvSpPr>
          <p:cNvPr id="574" name="box-text"/>
          <p:cNvSpPr txBox="1"/>
          <p:nvPr/>
        </p:nvSpPr>
        <p:spPr>
          <a:xfrm>
            <a:off x="6236208" y="4988052"/>
            <a:ext cx="5202937"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rgbClr val="6E6E73"/>
                </a:solidFill>
                <a:latin typeface="Pretendard Bold"/>
                <a:ea typeface="Pretendard Bold"/>
                <a:cs typeface="Pretendard Bold"/>
                <a:sym typeface="Pretendard Bold"/>
              </a:defRPr>
            </a:pPr>
            <a:r>
              <a:rPr b="1">
                <a:latin typeface="+mn-lt"/>
                <a:ea typeface="+mn-ea"/>
                <a:cs typeface="+mn-cs"/>
                <a:sym typeface="Helvetica"/>
              </a:rPr>
              <a:t>막히면</a:t>
            </a:r>
          </a:p>
          <a:p>
            <a:pPr>
              <a:spcBef>
                <a:spcPts val="200"/>
              </a:spcBef>
              <a:defRPr sz="1200"/>
            </a:pPr>
            <a:r>
              <a:t>/exit</a:t>
            </a:r>
            <a:r>
              <a:rPr>
                <a:latin typeface="+mn-lt"/>
                <a:ea typeface="+mn-ea"/>
                <a:cs typeface="+mn-cs"/>
                <a:sym typeface="Helvetica"/>
              </a:rPr>
              <a:t>가 안 먹으면 </a:t>
            </a:r>
            <a:r>
              <a:t>Ctrl + C </a:t>
            </a:r>
            <a:r>
              <a:rPr>
                <a:latin typeface="+mn-lt"/>
                <a:ea typeface="+mn-ea"/>
                <a:cs typeface="+mn-cs"/>
                <a:sym typeface="Helvetica"/>
              </a:rPr>
              <a:t>두 번</a:t>
            </a:r>
          </a:p>
        </p:txBody>
      </p:sp>
      <p:sp>
        <p:nvSpPr>
          <p:cNvPr id="575" name="tracker"/>
          <p:cNvSpPr/>
          <p:nvPr/>
        </p:nvSpPr>
        <p:spPr>
          <a:xfrm>
            <a:off x="4937759" y="6437376"/>
            <a:ext cx="118873" cy="118873"/>
          </a:xfrm>
          <a:prstGeom prst="ellipse">
            <a:avLst/>
          </a:prstGeom>
          <a:solidFill>
            <a:schemeClr val="accent1"/>
          </a:solidFill>
          <a:ln>
            <a:solidFill>
              <a:schemeClr val="accent1"/>
            </a:solidFill>
          </a:ln>
        </p:spPr>
        <p:txBody>
          <a:bodyPr lIns="45719" rIns="45719"/>
          <a:lstStyle/>
          <a:p>
            <a:pPr/>
          </a:p>
        </p:txBody>
      </p:sp>
      <p:sp>
        <p:nvSpPr>
          <p:cNvPr id="576" name="tracker"/>
          <p:cNvSpPr/>
          <p:nvPr/>
        </p:nvSpPr>
        <p:spPr>
          <a:xfrm>
            <a:off x="5212079" y="6437376"/>
            <a:ext cx="118873" cy="118873"/>
          </a:xfrm>
          <a:prstGeom prst="ellipse">
            <a:avLst/>
          </a:prstGeom>
          <a:solidFill>
            <a:schemeClr val="accent1"/>
          </a:solidFill>
          <a:ln>
            <a:solidFill>
              <a:schemeClr val="accent1"/>
            </a:solidFill>
          </a:ln>
        </p:spPr>
        <p:txBody>
          <a:bodyPr lIns="45719" rIns="45719"/>
          <a:lstStyle/>
          <a:p>
            <a:pPr/>
          </a:p>
        </p:txBody>
      </p:sp>
      <p:sp>
        <p:nvSpPr>
          <p:cNvPr id="577" name="tracker"/>
          <p:cNvSpPr/>
          <p:nvPr/>
        </p:nvSpPr>
        <p:spPr>
          <a:xfrm>
            <a:off x="5486400" y="6437376"/>
            <a:ext cx="118873" cy="118873"/>
          </a:xfrm>
          <a:prstGeom prst="ellipse">
            <a:avLst/>
          </a:prstGeom>
          <a:solidFill>
            <a:schemeClr val="accent1"/>
          </a:solidFill>
          <a:ln>
            <a:solidFill>
              <a:schemeClr val="accent1"/>
            </a:solidFill>
          </a:ln>
        </p:spPr>
        <p:txBody>
          <a:bodyPr lIns="45719" rIns="45719"/>
          <a:lstStyle/>
          <a:p>
            <a:pPr/>
          </a:p>
        </p:txBody>
      </p:sp>
      <p:sp>
        <p:nvSpPr>
          <p:cNvPr id="578" name="tracker"/>
          <p:cNvSpPr/>
          <p:nvPr/>
        </p:nvSpPr>
        <p:spPr>
          <a:xfrm>
            <a:off x="5760720" y="6437376"/>
            <a:ext cx="118873" cy="118873"/>
          </a:xfrm>
          <a:prstGeom prst="ellipse">
            <a:avLst/>
          </a:prstGeom>
          <a:solidFill>
            <a:schemeClr val="accent1"/>
          </a:solidFill>
          <a:ln>
            <a:solidFill>
              <a:schemeClr val="accent1"/>
            </a:solidFill>
          </a:ln>
        </p:spPr>
        <p:txBody>
          <a:bodyPr lIns="45719" rIns="45719"/>
          <a:lstStyle/>
          <a:p>
            <a:pPr/>
          </a:p>
        </p:txBody>
      </p:sp>
      <p:sp>
        <p:nvSpPr>
          <p:cNvPr id="579" name="tracker"/>
          <p:cNvSpPr/>
          <p:nvPr/>
        </p:nvSpPr>
        <p:spPr>
          <a:xfrm>
            <a:off x="6035040" y="6437376"/>
            <a:ext cx="118873" cy="118873"/>
          </a:xfrm>
          <a:prstGeom prst="ellipse">
            <a:avLst/>
          </a:prstGeom>
          <a:solidFill>
            <a:schemeClr val="accent1"/>
          </a:solidFill>
          <a:ln>
            <a:solidFill>
              <a:schemeClr val="accent1"/>
            </a:solidFill>
          </a:ln>
        </p:spPr>
        <p:txBody>
          <a:bodyPr lIns="45719" rIns="45719"/>
          <a:lstStyle/>
          <a:p>
            <a:pPr/>
          </a:p>
        </p:txBody>
      </p:sp>
      <p:sp>
        <p:nvSpPr>
          <p:cNvPr id="580" name="tracker"/>
          <p:cNvSpPr/>
          <p:nvPr/>
        </p:nvSpPr>
        <p:spPr>
          <a:xfrm>
            <a:off x="6309359" y="6437376"/>
            <a:ext cx="118873" cy="118873"/>
          </a:xfrm>
          <a:prstGeom prst="ellipse">
            <a:avLst/>
          </a:prstGeom>
          <a:solidFill>
            <a:schemeClr val="accent1"/>
          </a:solidFill>
          <a:ln>
            <a:solidFill>
              <a:schemeClr val="accent1"/>
            </a:solidFill>
          </a:ln>
        </p:spPr>
        <p:txBody>
          <a:bodyPr lIns="45719" rIns="45719"/>
          <a:lstStyle/>
          <a:p>
            <a:pPr/>
          </a:p>
        </p:txBody>
      </p:sp>
      <p:sp>
        <p:nvSpPr>
          <p:cNvPr id="581" name="tracker"/>
          <p:cNvSpPr/>
          <p:nvPr/>
        </p:nvSpPr>
        <p:spPr>
          <a:xfrm>
            <a:off x="6583680" y="6437376"/>
            <a:ext cx="118873" cy="118873"/>
          </a:xfrm>
          <a:prstGeom prst="ellipse">
            <a:avLst/>
          </a:prstGeom>
          <a:solidFill>
            <a:srgbClr val="F5F5F7"/>
          </a:solidFill>
          <a:ln>
            <a:solidFill>
              <a:srgbClr val="C9C9D2"/>
            </a:solidFill>
          </a:ln>
        </p:spPr>
        <p:txBody>
          <a:bodyPr lIns="45719" rIns="45719"/>
          <a:lstStyle/>
          <a:p>
            <a:pPr/>
          </a:p>
        </p:txBody>
      </p:sp>
      <p:sp>
        <p:nvSpPr>
          <p:cNvPr id="582" name="tracker"/>
          <p:cNvSpPr/>
          <p:nvPr/>
        </p:nvSpPr>
        <p:spPr>
          <a:xfrm>
            <a:off x="6858000" y="6437376"/>
            <a:ext cx="118873" cy="118873"/>
          </a:xfrm>
          <a:prstGeom prst="ellipse">
            <a:avLst/>
          </a:prstGeom>
          <a:solidFill>
            <a:srgbClr val="F5F5F7"/>
          </a:solidFill>
          <a:ln>
            <a:solidFill>
              <a:srgbClr val="C9C9D2"/>
            </a:solidFill>
          </a:ln>
        </p:spPr>
        <p:txBody>
          <a:bodyPr lIns="45719" rIns="45719"/>
          <a:lstStyle/>
          <a:p>
            <a:pPr/>
          </a:p>
        </p:txBody>
      </p:sp>
      <p:sp>
        <p:nvSpPr>
          <p:cNvPr id="583" name="tracker"/>
          <p:cNvSpPr/>
          <p:nvPr/>
        </p:nvSpPr>
        <p:spPr>
          <a:xfrm>
            <a:off x="7132319" y="6437376"/>
            <a:ext cx="118873" cy="118873"/>
          </a:xfrm>
          <a:prstGeom prst="ellipse">
            <a:avLst/>
          </a:prstGeom>
          <a:solidFill>
            <a:srgbClr val="F5F5F7"/>
          </a:solidFill>
          <a:ln>
            <a:solidFill>
              <a:srgbClr val="C9C9D2"/>
            </a:solidFill>
          </a:ln>
        </p:spPr>
        <p:txBody>
          <a:bodyPr lIns="45719" rIns="45719"/>
          <a:lstStyle/>
          <a:p>
            <a:pPr/>
          </a:p>
        </p:txBody>
      </p:sp>
      <p:sp>
        <p:nvSpPr>
          <p:cNvPr id="584" name="Text 33"/>
          <p:cNvSpPr txBox="1"/>
          <p:nvPr/>
        </p:nvSpPr>
        <p:spPr>
          <a:xfrm>
            <a:off x="7452359" y="6426961"/>
            <a:ext cx="731521"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chemeClr val="accent1"/>
                </a:solidFill>
                <a:latin typeface="Pretendard Bold"/>
                <a:ea typeface="Pretendard Bold"/>
                <a:cs typeface="Pretendard Bold"/>
                <a:sym typeface="Pretendard Bold"/>
              </a:defRPr>
            </a:lvl1pPr>
          </a:lstStyle>
          <a:p>
            <a:pPr/>
            <a:r>
              <a:t>6 / 9</a:t>
            </a:r>
          </a:p>
        </p:txBody>
      </p:sp>
      <p:sp>
        <p:nvSpPr>
          <p:cNvPr id="585" name="Slide Number Placeholder 0"/>
          <p:cNvSpPr txBox="1"/>
          <p:nvPr>
            <p:ph type="sldNum" sz="quarter" idx="4294967295"/>
          </p:nvPr>
        </p:nvSpPr>
        <p:spPr>
          <a:xfrm>
            <a:off x="11414728" y="6355079"/>
            <a:ext cx="225584"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89"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a:t>
            </a:r>
            <a:r>
              <a:t>· </a:t>
            </a:r>
            <a:r>
              <a:rPr b="1">
                <a:latin typeface="+mn-lt"/>
                <a:ea typeface="+mn-ea"/>
                <a:cs typeface="+mn-cs"/>
                <a:sym typeface="Helvetica"/>
              </a:rPr>
              <a:t>확인</a:t>
            </a:r>
          </a:p>
        </p:txBody>
      </p:sp>
      <p:sp>
        <p:nvSpPr>
          <p:cNvPr id="590"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STEP 7 / 9</a:t>
            </a:r>
          </a:p>
        </p:txBody>
      </p:sp>
      <p:sp>
        <p:nvSpPr>
          <p:cNvPr id="591" name="Text 1"/>
          <p:cNvSpPr txBox="1"/>
          <p:nvPr>
            <p:ph type="title"/>
          </p:nvPr>
        </p:nvSpPr>
        <p:spPr>
          <a:xfrm>
            <a:off x="548640" y="676655"/>
            <a:ext cx="11091672" cy="658369"/>
          </a:xfrm>
          <a:prstGeom prst="rect">
            <a:avLst/>
          </a:prstGeom>
        </p:spPr>
        <p:txBody>
          <a:bodyPr lIns="0" tIns="0" rIns="0" bIns="0" anchor="ctr"/>
          <a:lstStyle/>
          <a:p>
            <a:pPr/>
            <a:r>
              <a:t>STEP 7.  Figma </a:t>
            </a:r>
            <a:r>
              <a:rPr b="1">
                <a:latin typeface="+mn-lt"/>
                <a:ea typeface="+mn-ea"/>
                <a:cs typeface="+mn-cs"/>
                <a:sym typeface="Helvetica"/>
              </a:rPr>
              <a:t>연결</a:t>
            </a:r>
          </a:p>
        </p:txBody>
      </p:sp>
      <p:sp>
        <p:nvSpPr>
          <p:cNvPr id="592"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왜 하나요 </a:t>
            </a:r>
            <a:r>
              <a:t>— Claude</a:t>
            </a:r>
            <a:r>
              <a:rPr>
                <a:latin typeface="+mn-lt"/>
                <a:ea typeface="+mn-ea"/>
                <a:cs typeface="+mn-cs"/>
                <a:sym typeface="Helvetica"/>
              </a:rPr>
              <a:t>가 </a:t>
            </a:r>
            <a:r>
              <a:t>Figma </a:t>
            </a:r>
            <a:r>
              <a:rPr>
                <a:latin typeface="+mn-lt"/>
                <a:ea typeface="+mn-ea"/>
                <a:cs typeface="+mn-cs"/>
                <a:sym typeface="Helvetica"/>
              </a:rPr>
              <a:t>시안을 읽고 만들 수 있게 합니다</a:t>
            </a:r>
            <a:r>
              <a:t>. </a:t>
            </a:r>
            <a:r>
              <a:rPr>
                <a:latin typeface="+mn-lt"/>
                <a:ea typeface="+mn-ea"/>
                <a:cs typeface="+mn-cs"/>
                <a:sym typeface="Helvetica"/>
              </a:rPr>
              <a:t>계정에 한 번만 하면 모든 맥에 적용됩니다</a:t>
            </a:r>
            <a:r>
              <a:t>.</a:t>
            </a:r>
          </a:p>
        </p:txBody>
      </p:sp>
      <p:sp>
        <p:nvSpPr>
          <p:cNvPr id="593" name="todo-card"/>
          <p:cNvSpPr/>
          <p:nvPr/>
        </p:nvSpPr>
        <p:spPr>
          <a:xfrm>
            <a:off x="548640" y="1920239"/>
            <a:ext cx="5212080" cy="4160522"/>
          </a:xfrm>
          <a:prstGeom prst="roundRect">
            <a:avLst>
              <a:gd name="adj" fmla="val 2637"/>
            </a:avLst>
          </a:prstGeom>
          <a:solidFill>
            <a:srgbClr val="F5F5F7"/>
          </a:solidFill>
          <a:ln w="12700">
            <a:miter lim="400000"/>
          </a:ln>
        </p:spPr>
        <p:txBody>
          <a:bodyPr lIns="45719" rIns="45719"/>
          <a:lstStyle/>
          <a:p>
            <a:pPr/>
          </a:p>
        </p:txBody>
      </p:sp>
      <p:sp>
        <p:nvSpPr>
          <p:cNvPr id="594" name="Text 5"/>
          <p:cNvSpPr txBox="1"/>
          <p:nvPr/>
        </p:nvSpPr>
        <p:spPr>
          <a:xfrm>
            <a:off x="822960" y="2142170"/>
            <a:ext cx="4572001"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이렇게 하세요</a:t>
            </a:r>
          </a:p>
        </p:txBody>
      </p:sp>
      <p:sp>
        <p:nvSpPr>
          <p:cNvPr id="595" name="num"/>
          <p:cNvSpPr/>
          <p:nvPr/>
        </p:nvSpPr>
        <p:spPr>
          <a:xfrm>
            <a:off x="822960" y="2642616"/>
            <a:ext cx="384049" cy="384049"/>
          </a:xfrm>
          <a:prstGeom prst="ellipse">
            <a:avLst/>
          </a:prstGeom>
          <a:solidFill>
            <a:schemeClr val="accent1"/>
          </a:solidFill>
          <a:ln w="12700">
            <a:miter lim="400000"/>
          </a:ln>
        </p:spPr>
        <p:txBody>
          <a:bodyPr lIns="45719" rIns="45719"/>
          <a:lstStyle/>
          <a:p>
            <a:pPr/>
          </a:p>
        </p:txBody>
      </p:sp>
      <p:sp>
        <p:nvSpPr>
          <p:cNvPr id="596" name="Text 7"/>
          <p:cNvSpPr txBox="1"/>
          <p:nvPr/>
        </p:nvSpPr>
        <p:spPr>
          <a:xfrm>
            <a:off x="822960" y="2745739"/>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597" name="Text 8"/>
          <p:cNvSpPr txBox="1"/>
          <p:nvPr/>
        </p:nvSpPr>
        <p:spPr>
          <a:xfrm>
            <a:off x="1371599" y="2735963"/>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브라우저에서 </a:t>
            </a:r>
            <a:r>
              <a:t>claude.ai </a:t>
            </a:r>
            <a:r>
              <a:rPr>
                <a:latin typeface="+mn-lt"/>
                <a:ea typeface="+mn-ea"/>
                <a:cs typeface="+mn-cs"/>
                <a:sym typeface="Helvetica"/>
              </a:rPr>
              <a:t>에 로그인</a:t>
            </a:r>
          </a:p>
        </p:txBody>
      </p:sp>
      <p:sp>
        <p:nvSpPr>
          <p:cNvPr id="598" name="num"/>
          <p:cNvSpPr/>
          <p:nvPr/>
        </p:nvSpPr>
        <p:spPr>
          <a:xfrm>
            <a:off x="822960" y="3429000"/>
            <a:ext cx="384049" cy="384048"/>
          </a:xfrm>
          <a:prstGeom prst="ellipse">
            <a:avLst/>
          </a:prstGeom>
          <a:solidFill>
            <a:schemeClr val="accent1"/>
          </a:solidFill>
          <a:ln w="12700">
            <a:miter lim="400000"/>
          </a:ln>
        </p:spPr>
        <p:txBody>
          <a:bodyPr lIns="45719" rIns="45719"/>
          <a:lstStyle/>
          <a:p>
            <a:pPr/>
          </a:p>
        </p:txBody>
      </p:sp>
      <p:sp>
        <p:nvSpPr>
          <p:cNvPr id="599" name="Text 10"/>
          <p:cNvSpPr txBox="1"/>
          <p:nvPr/>
        </p:nvSpPr>
        <p:spPr>
          <a:xfrm>
            <a:off x="822960" y="3532123"/>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600" name="Text 11"/>
          <p:cNvSpPr txBox="1"/>
          <p:nvPr/>
        </p:nvSpPr>
        <p:spPr>
          <a:xfrm>
            <a:off x="1371599" y="3522347"/>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설정 </a:t>
            </a:r>
            <a:r>
              <a:t>→ </a:t>
            </a:r>
            <a:r>
              <a:rPr>
                <a:latin typeface="+mn-lt"/>
                <a:ea typeface="+mn-ea"/>
                <a:cs typeface="+mn-cs"/>
                <a:sym typeface="Helvetica"/>
              </a:rPr>
              <a:t>커넥터</a:t>
            </a:r>
            <a:r>
              <a:t>(Connectors)</a:t>
            </a:r>
            <a:r>
              <a:rPr>
                <a:latin typeface="+mn-lt"/>
                <a:ea typeface="+mn-ea"/>
                <a:cs typeface="+mn-cs"/>
                <a:sym typeface="Helvetica"/>
              </a:rPr>
              <a:t>로 이동</a:t>
            </a:r>
          </a:p>
        </p:txBody>
      </p:sp>
      <p:sp>
        <p:nvSpPr>
          <p:cNvPr id="601" name="num"/>
          <p:cNvSpPr/>
          <p:nvPr/>
        </p:nvSpPr>
        <p:spPr>
          <a:xfrm>
            <a:off x="822960" y="4215384"/>
            <a:ext cx="384049" cy="384049"/>
          </a:xfrm>
          <a:prstGeom prst="ellipse">
            <a:avLst/>
          </a:prstGeom>
          <a:solidFill>
            <a:schemeClr val="accent1"/>
          </a:solidFill>
          <a:ln w="12700">
            <a:miter lim="400000"/>
          </a:ln>
        </p:spPr>
        <p:txBody>
          <a:bodyPr lIns="45719" rIns="45719"/>
          <a:lstStyle/>
          <a:p>
            <a:pPr/>
          </a:p>
        </p:txBody>
      </p:sp>
      <p:sp>
        <p:nvSpPr>
          <p:cNvPr id="602" name="Text 13"/>
          <p:cNvSpPr txBox="1"/>
          <p:nvPr/>
        </p:nvSpPr>
        <p:spPr>
          <a:xfrm>
            <a:off x="822960" y="4318508"/>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603" name="Text 14"/>
          <p:cNvSpPr txBox="1"/>
          <p:nvPr/>
        </p:nvSpPr>
        <p:spPr>
          <a:xfrm>
            <a:off x="1371599" y="4308731"/>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t>Figma</a:t>
            </a:r>
            <a:r>
              <a:rPr>
                <a:latin typeface="+mn-lt"/>
                <a:ea typeface="+mn-ea"/>
                <a:cs typeface="+mn-cs"/>
                <a:sym typeface="Helvetica"/>
              </a:rPr>
              <a:t>를 찾아 「연결」 </a:t>
            </a:r>
            <a:r>
              <a:t>→ Figma </a:t>
            </a:r>
            <a:r>
              <a:rPr>
                <a:latin typeface="+mn-lt"/>
                <a:ea typeface="+mn-ea"/>
                <a:cs typeface="+mn-cs"/>
                <a:sym typeface="Helvetica"/>
              </a:rPr>
              <a:t>로그인 </a:t>
            </a:r>
            <a:r>
              <a:t>· </a:t>
            </a:r>
            <a:r>
              <a:rPr>
                <a:latin typeface="+mn-lt"/>
                <a:ea typeface="+mn-ea"/>
                <a:cs typeface="+mn-cs"/>
                <a:sym typeface="Helvetica"/>
              </a:rPr>
              <a:t>허용</a:t>
            </a:r>
          </a:p>
        </p:txBody>
      </p:sp>
      <p:sp>
        <p:nvSpPr>
          <p:cNvPr id="604" name="num"/>
          <p:cNvSpPr/>
          <p:nvPr/>
        </p:nvSpPr>
        <p:spPr>
          <a:xfrm>
            <a:off x="822960" y="5001767"/>
            <a:ext cx="384049" cy="384049"/>
          </a:xfrm>
          <a:prstGeom prst="ellipse">
            <a:avLst/>
          </a:prstGeom>
          <a:solidFill>
            <a:schemeClr val="accent1"/>
          </a:solidFill>
          <a:ln w="12700">
            <a:miter lim="400000"/>
          </a:ln>
        </p:spPr>
        <p:txBody>
          <a:bodyPr lIns="45719" rIns="45719"/>
          <a:lstStyle/>
          <a:p>
            <a:pPr/>
          </a:p>
        </p:txBody>
      </p:sp>
      <p:sp>
        <p:nvSpPr>
          <p:cNvPr id="605" name="Text 16"/>
          <p:cNvSpPr txBox="1"/>
          <p:nvPr/>
        </p:nvSpPr>
        <p:spPr>
          <a:xfrm>
            <a:off x="822960" y="5104891"/>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4</a:t>
            </a:r>
          </a:p>
        </p:txBody>
      </p:sp>
      <p:sp>
        <p:nvSpPr>
          <p:cNvPr id="606" name="Text 17"/>
          <p:cNvSpPr txBox="1"/>
          <p:nvPr/>
        </p:nvSpPr>
        <p:spPr>
          <a:xfrm>
            <a:off x="1371599" y="5095114"/>
            <a:ext cx="4206242"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이미 「연결됨」이면 건너뛴다</a:t>
            </a:r>
          </a:p>
        </p:txBody>
      </p:sp>
      <p:sp>
        <p:nvSpPr>
          <p:cNvPr id="607" name="web-card"/>
          <p:cNvSpPr/>
          <p:nvPr/>
        </p:nvSpPr>
        <p:spPr>
          <a:xfrm>
            <a:off x="6035040" y="1920239"/>
            <a:ext cx="5605272" cy="1463041"/>
          </a:xfrm>
          <a:prstGeom prst="roundRect">
            <a:avLst>
              <a:gd name="adj" fmla="val 7500"/>
            </a:avLst>
          </a:prstGeom>
          <a:solidFill>
            <a:schemeClr val="accent1">
              <a:alpha val="10000"/>
            </a:schemeClr>
          </a:solidFill>
          <a:ln w="12700">
            <a:miter lim="400000"/>
          </a:ln>
        </p:spPr>
        <p:txBody>
          <a:bodyPr lIns="45719" rIns="45719"/>
          <a:lstStyle/>
          <a:p>
            <a:pPr/>
          </a:p>
        </p:txBody>
      </p:sp>
      <p:sp>
        <p:nvSpPr>
          <p:cNvPr id="608" name="Text 19"/>
          <p:cNvSpPr txBox="1"/>
          <p:nvPr/>
        </p:nvSpPr>
        <p:spPr>
          <a:xfrm>
            <a:off x="6263640" y="2442779"/>
            <a:ext cx="5148072" cy="4179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300">
                <a:solidFill>
                  <a:schemeClr val="accent1"/>
                </a:solidFill>
                <a:latin typeface="Pretendard Bold"/>
                <a:ea typeface="Pretendard Bold"/>
                <a:cs typeface="Pretendard Bold"/>
                <a:sym typeface="Pretendard Bold"/>
              </a:defRPr>
            </a:pPr>
            <a:r>
              <a:rPr b="1">
                <a:latin typeface="+mn-lt"/>
                <a:ea typeface="+mn-ea"/>
                <a:cs typeface="+mn-cs"/>
                <a:sym typeface="Helvetica"/>
              </a:rPr>
              <a:t>터미널이 아니라 브라우저에서 합니다</a:t>
            </a:r>
          </a:p>
          <a:p>
            <a:pPr>
              <a:defRPr sz="1300">
                <a:latin typeface="Menlo Regular"/>
                <a:ea typeface="Menlo Regular"/>
                <a:cs typeface="Menlo Regular"/>
                <a:sym typeface="Menlo Regular"/>
              </a:defRPr>
            </a:pPr>
            <a:r>
              <a:t>claude.ai  →  설정  →  커넥터  →  Figma  →  연결</a:t>
            </a:r>
          </a:p>
        </p:txBody>
      </p:sp>
      <p:sp>
        <p:nvSpPr>
          <p:cNvPr id="609" name="box-ok"/>
          <p:cNvSpPr/>
          <p:nvPr/>
        </p:nvSpPr>
        <p:spPr>
          <a:xfrm>
            <a:off x="6035040" y="3611879"/>
            <a:ext cx="5605272" cy="1143001"/>
          </a:xfrm>
          <a:prstGeom prst="roundRect">
            <a:avLst>
              <a:gd name="adj" fmla="val 8000"/>
            </a:avLst>
          </a:prstGeom>
          <a:solidFill>
            <a:schemeClr val="accent3">
              <a:alpha val="10000"/>
            </a:schemeClr>
          </a:solidFill>
          <a:ln w="12700">
            <a:miter lim="400000"/>
          </a:ln>
        </p:spPr>
        <p:txBody>
          <a:bodyPr lIns="45719" rIns="45719"/>
          <a:lstStyle/>
          <a:p>
            <a:pPr/>
          </a:p>
        </p:txBody>
      </p:sp>
      <p:sp>
        <p:nvSpPr>
          <p:cNvPr id="610" name="box-text"/>
          <p:cNvSpPr txBox="1"/>
          <p:nvPr/>
        </p:nvSpPr>
        <p:spPr>
          <a:xfrm>
            <a:off x="6236208" y="3739896"/>
            <a:ext cx="5202937" cy="469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chemeClr val="accent3"/>
                </a:solidFill>
                <a:latin typeface="Pretendard Bold"/>
                <a:ea typeface="Pretendard Bold"/>
                <a:cs typeface="Pretendard Bold"/>
                <a:sym typeface="Pretendard Bold"/>
              </a:defRPr>
            </a:pPr>
            <a:r>
              <a:rPr b="1">
                <a:latin typeface="+mn-lt"/>
                <a:ea typeface="+mn-ea"/>
                <a:cs typeface="+mn-cs"/>
                <a:sym typeface="Helvetica"/>
              </a:rPr>
              <a:t>✅ 이렇게 보이면 성공</a:t>
            </a:r>
          </a:p>
          <a:p>
            <a:pPr>
              <a:spcBef>
                <a:spcPts val="200"/>
              </a:spcBef>
              <a:defRPr sz="1200"/>
            </a:pPr>
            <a:r>
              <a:rPr>
                <a:latin typeface="+mn-lt"/>
                <a:ea typeface="+mn-ea"/>
                <a:cs typeface="+mn-cs"/>
                <a:sym typeface="Helvetica"/>
              </a:rPr>
              <a:t>커넥터 목록에서 </a:t>
            </a:r>
            <a:r>
              <a:t>Figma</a:t>
            </a:r>
            <a:r>
              <a:rPr>
                <a:latin typeface="+mn-lt"/>
                <a:ea typeface="+mn-ea"/>
                <a:cs typeface="+mn-cs"/>
                <a:sym typeface="Helvetica"/>
              </a:rPr>
              <a:t>가 「연결됨」으로 보인다</a:t>
            </a:r>
          </a:p>
        </p:txBody>
      </p:sp>
      <p:sp>
        <p:nvSpPr>
          <p:cNvPr id="611" name="box-no"/>
          <p:cNvSpPr/>
          <p:nvPr/>
        </p:nvSpPr>
        <p:spPr>
          <a:xfrm>
            <a:off x="6035040" y="4937759"/>
            <a:ext cx="5605272" cy="1143001"/>
          </a:xfrm>
          <a:prstGeom prst="roundRect">
            <a:avLst>
              <a:gd name="adj" fmla="val 8000"/>
            </a:avLst>
          </a:prstGeom>
          <a:solidFill>
            <a:srgbClr val="F5F5F7"/>
          </a:solidFill>
          <a:ln w="12700">
            <a:miter lim="400000"/>
          </a:ln>
        </p:spPr>
        <p:txBody>
          <a:bodyPr lIns="45719" rIns="45719"/>
          <a:lstStyle/>
          <a:p>
            <a:pPr/>
          </a:p>
        </p:txBody>
      </p:sp>
      <p:sp>
        <p:nvSpPr>
          <p:cNvPr id="612" name="box-text"/>
          <p:cNvSpPr txBox="1"/>
          <p:nvPr/>
        </p:nvSpPr>
        <p:spPr>
          <a:xfrm>
            <a:off x="6236208" y="5065776"/>
            <a:ext cx="5202937"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rgbClr val="6E6E73"/>
                </a:solidFill>
                <a:latin typeface="Pretendard Bold"/>
                <a:ea typeface="Pretendard Bold"/>
                <a:cs typeface="Pretendard Bold"/>
                <a:sym typeface="Pretendard Bold"/>
              </a:defRPr>
            </a:pPr>
            <a:r>
              <a:rPr b="1">
                <a:latin typeface="+mn-lt"/>
                <a:ea typeface="+mn-ea"/>
                <a:cs typeface="+mn-cs"/>
                <a:sym typeface="Helvetica"/>
              </a:rPr>
              <a:t>막히면</a:t>
            </a:r>
          </a:p>
          <a:p>
            <a:pPr>
              <a:spcBef>
                <a:spcPts val="200"/>
              </a:spcBef>
              <a:defRPr sz="1200"/>
            </a:pPr>
            <a:r>
              <a:t>Figma </a:t>
            </a:r>
            <a:r>
              <a:rPr>
                <a:latin typeface="+mn-lt"/>
                <a:ea typeface="+mn-ea"/>
                <a:cs typeface="+mn-cs"/>
                <a:sym typeface="Helvetica"/>
              </a:rPr>
              <a:t>계정 권한이 없으면 담당자에게 팀 </a:t>
            </a:r>
            <a:r>
              <a:t>Figma </a:t>
            </a:r>
            <a:r>
              <a:rPr>
                <a:latin typeface="+mn-lt"/>
                <a:ea typeface="+mn-ea"/>
                <a:cs typeface="+mn-cs"/>
                <a:sym typeface="Helvetica"/>
              </a:rPr>
              <a:t>초대를 요청</a:t>
            </a:r>
          </a:p>
        </p:txBody>
      </p:sp>
      <p:sp>
        <p:nvSpPr>
          <p:cNvPr id="613" name="tracker"/>
          <p:cNvSpPr/>
          <p:nvPr/>
        </p:nvSpPr>
        <p:spPr>
          <a:xfrm>
            <a:off x="4937759" y="6437376"/>
            <a:ext cx="118873" cy="118873"/>
          </a:xfrm>
          <a:prstGeom prst="ellipse">
            <a:avLst/>
          </a:prstGeom>
          <a:solidFill>
            <a:schemeClr val="accent1"/>
          </a:solidFill>
          <a:ln>
            <a:solidFill>
              <a:schemeClr val="accent1"/>
            </a:solidFill>
          </a:ln>
        </p:spPr>
        <p:txBody>
          <a:bodyPr lIns="45719" rIns="45719"/>
          <a:lstStyle/>
          <a:p>
            <a:pPr/>
          </a:p>
        </p:txBody>
      </p:sp>
      <p:sp>
        <p:nvSpPr>
          <p:cNvPr id="614" name="tracker"/>
          <p:cNvSpPr/>
          <p:nvPr/>
        </p:nvSpPr>
        <p:spPr>
          <a:xfrm>
            <a:off x="5212079" y="6437376"/>
            <a:ext cx="118873" cy="118873"/>
          </a:xfrm>
          <a:prstGeom prst="ellipse">
            <a:avLst/>
          </a:prstGeom>
          <a:solidFill>
            <a:schemeClr val="accent1"/>
          </a:solidFill>
          <a:ln>
            <a:solidFill>
              <a:schemeClr val="accent1"/>
            </a:solidFill>
          </a:ln>
        </p:spPr>
        <p:txBody>
          <a:bodyPr lIns="45719" rIns="45719"/>
          <a:lstStyle/>
          <a:p>
            <a:pPr/>
          </a:p>
        </p:txBody>
      </p:sp>
      <p:sp>
        <p:nvSpPr>
          <p:cNvPr id="615" name="tracker"/>
          <p:cNvSpPr/>
          <p:nvPr/>
        </p:nvSpPr>
        <p:spPr>
          <a:xfrm>
            <a:off x="5486400" y="6437376"/>
            <a:ext cx="118873" cy="118873"/>
          </a:xfrm>
          <a:prstGeom prst="ellipse">
            <a:avLst/>
          </a:prstGeom>
          <a:solidFill>
            <a:schemeClr val="accent1"/>
          </a:solidFill>
          <a:ln>
            <a:solidFill>
              <a:schemeClr val="accent1"/>
            </a:solidFill>
          </a:ln>
        </p:spPr>
        <p:txBody>
          <a:bodyPr lIns="45719" rIns="45719"/>
          <a:lstStyle/>
          <a:p>
            <a:pPr/>
          </a:p>
        </p:txBody>
      </p:sp>
      <p:sp>
        <p:nvSpPr>
          <p:cNvPr id="616" name="tracker"/>
          <p:cNvSpPr/>
          <p:nvPr/>
        </p:nvSpPr>
        <p:spPr>
          <a:xfrm>
            <a:off x="5760720" y="6437376"/>
            <a:ext cx="118873" cy="118873"/>
          </a:xfrm>
          <a:prstGeom prst="ellipse">
            <a:avLst/>
          </a:prstGeom>
          <a:solidFill>
            <a:schemeClr val="accent1"/>
          </a:solidFill>
          <a:ln>
            <a:solidFill>
              <a:schemeClr val="accent1"/>
            </a:solidFill>
          </a:ln>
        </p:spPr>
        <p:txBody>
          <a:bodyPr lIns="45719" rIns="45719"/>
          <a:lstStyle/>
          <a:p>
            <a:pPr/>
          </a:p>
        </p:txBody>
      </p:sp>
      <p:sp>
        <p:nvSpPr>
          <p:cNvPr id="617" name="tracker"/>
          <p:cNvSpPr/>
          <p:nvPr/>
        </p:nvSpPr>
        <p:spPr>
          <a:xfrm>
            <a:off x="6035040" y="6437376"/>
            <a:ext cx="118873" cy="118873"/>
          </a:xfrm>
          <a:prstGeom prst="ellipse">
            <a:avLst/>
          </a:prstGeom>
          <a:solidFill>
            <a:schemeClr val="accent1"/>
          </a:solidFill>
          <a:ln>
            <a:solidFill>
              <a:schemeClr val="accent1"/>
            </a:solidFill>
          </a:ln>
        </p:spPr>
        <p:txBody>
          <a:bodyPr lIns="45719" rIns="45719"/>
          <a:lstStyle/>
          <a:p>
            <a:pPr/>
          </a:p>
        </p:txBody>
      </p:sp>
      <p:sp>
        <p:nvSpPr>
          <p:cNvPr id="618" name="tracker"/>
          <p:cNvSpPr/>
          <p:nvPr/>
        </p:nvSpPr>
        <p:spPr>
          <a:xfrm>
            <a:off x="6309359" y="6437376"/>
            <a:ext cx="118873" cy="118873"/>
          </a:xfrm>
          <a:prstGeom prst="ellipse">
            <a:avLst/>
          </a:prstGeom>
          <a:solidFill>
            <a:schemeClr val="accent1"/>
          </a:solidFill>
          <a:ln>
            <a:solidFill>
              <a:schemeClr val="accent1"/>
            </a:solidFill>
          </a:ln>
        </p:spPr>
        <p:txBody>
          <a:bodyPr lIns="45719" rIns="45719"/>
          <a:lstStyle/>
          <a:p>
            <a:pPr/>
          </a:p>
        </p:txBody>
      </p:sp>
      <p:sp>
        <p:nvSpPr>
          <p:cNvPr id="619" name="tracker"/>
          <p:cNvSpPr/>
          <p:nvPr/>
        </p:nvSpPr>
        <p:spPr>
          <a:xfrm>
            <a:off x="6583680" y="6437376"/>
            <a:ext cx="118873" cy="118873"/>
          </a:xfrm>
          <a:prstGeom prst="ellipse">
            <a:avLst/>
          </a:prstGeom>
          <a:solidFill>
            <a:schemeClr val="accent1"/>
          </a:solidFill>
          <a:ln>
            <a:solidFill>
              <a:schemeClr val="accent1"/>
            </a:solidFill>
          </a:ln>
        </p:spPr>
        <p:txBody>
          <a:bodyPr lIns="45719" rIns="45719"/>
          <a:lstStyle/>
          <a:p>
            <a:pPr/>
          </a:p>
        </p:txBody>
      </p:sp>
      <p:sp>
        <p:nvSpPr>
          <p:cNvPr id="620" name="tracker"/>
          <p:cNvSpPr/>
          <p:nvPr/>
        </p:nvSpPr>
        <p:spPr>
          <a:xfrm>
            <a:off x="6858000" y="6437376"/>
            <a:ext cx="118873" cy="118873"/>
          </a:xfrm>
          <a:prstGeom prst="ellipse">
            <a:avLst/>
          </a:prstGeom>
          <a:solidFill>
            <a:srgbClr val="F5F5F7"/>
          </a:solidFill>
          <a:ln>
            <a:solidFill>
              <a:srgbClr val="C9C9D2"/>
            </a:solidFill>
          </a:ln>
        </p:spPr>
        <p:txBody>
          <a:bodyPr lIns="45719" rIns="45719"/>
          <a:lstStyle/>
          <a:p>
            <a:pPr/>
          </a:p>
        </p:txBody>
      </p:sp>
      <p:sp>
        <p:nvSpPr>
          <p:cNvPr id="621" name="tracker"/>
          <p:cNvSpPr/>
          <p:nvPr/>
        </p:nvSpPr>
        <p:spPr>
          <a:xfrm>
            <a:off x="7132319" y="6437376"/>
            <a:ext cx="118873" cy="118873"/>
          </a:xfrm>
          <a:prstGeom prst="ellipse">
            <a:avLst/>
          </a:prstGeom>
          <a:solidFill>
            <a:srgbClr val="F5F5F7"/>
          </a:solidFill>
          <a:ln>
            <a:solidFill>
              <a:srgbClr val="C9C9D2"/>
            </a:solidFill>
          </a:ln>
        </p:spPr>
        <p:txBody>
          <a:bodyPr lIns="45719" rIns="45719"/>
          <a:lstStyle/>
          <a:p>
            <a:pPr/>
          </a:p>
        </p:txBody>
      </p:sp>
      <p:sp>
        <p:nvSpPr>
          <p:cNvPr id="622" name="Text 33"/>
          <p:cNvSpPr txBox="1"/>
          <p:nvPr/>
        </p:nvSpPr>
        <p:spPr>
          <a:xfrm>
            <a:off x="7452359" y="6426961"/>
            <a:ext cx="731521"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chemeClr val="accent1"/>
                </a:solidFill>
                <a:latin typeface="Pretendard Bold"/>
                <a:ea typeface="Pretendard Bold"/>
                <a:cs typeface="Pretendard Bold"/>
                <a:sym typeface="Pretendard Bold"/>
              </a:defRPr>
            </a:lvl1pPr>
          </a:lstStyle>
          <a:p>
            <a:pPr/>
            <a:r>
              <a:t>7 / 9</a:t>
            </a:r>
          </a:p>
        </p:txBody>
      </p:sp>
      <p:sp>
        <p:nvSpPr>
          <p:cNvPr id="623" name="Slide Number Placeholder 0"/>
          <p:cNvSpPr txBox="1"/>
          <p:nvPr>
            <p:ph type="sldNum" sz="quarter" idx="4294967295"/>
          </p:nvPr>
        </p:nvSpPr>
        <p:spPr>
          <a:xfrm>
            <a:off x="11417853" y="6355079"/>
            <a:ext cx="222459"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7"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a:t>
            </a:r>
            <a:r>
              <a:t>· </a:t>
            </a:r>
            <a:r>
              <a:rPr b="1">
                <a:latin typeface="+mn-lt"/>
                <a:ea typeface="+mn-ea"/>
                <a:cs typeface="+mn-cs"/>
                <a:sym typeface="Helvetica"/>
              </a:rPr>
              <a:t>확인</a:t>
            </a:r>
          </a:p>
        </p:txBody>
      </p:sp>
      <p:sp>
        <p:nvSpPr>
          <p:cNvPr id="628"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STEP 8 / 9</a:t>
            </a:r>
          </a:p>
        </p:txBody>
      </p:sp>
      <p:sp>
        <p:nvSpPr>
          <p:cNvPr id="629" name="Text 1"/>
          <p:cNvSpPr txBox="1"/>
          <p:nvPr>
            <p:ph type="title"/>
          </p:nvPr>
        </p:nvSpPr>
        <p:spPr>
          <a:xfrm>
            <a:off x="548640" y="676655"/>
            <a:ext cx="11091672" cy="658369"/>
          </a:xfrm>
          <a:prstGeom prst="rect">
            <a:avLst/>
          </a:prstGeom>
        </p:spPr>
        <p:txBody>
          <a:bodyPr lIns="0" tIns="0" rIns="0" bIns="0" anchor="ctr"/>
          <a:lstStyle/>
          <a:p>
            <a:pPr/>
            <a:r>
              <a:t>STEP 8.  </a:t>
            </a:r>
            <a:r>
              <a:rPr b="1">
                <a:latin typeface="+mn-lt"/>
                <a:ea typeface="+mn-ea"/>
                <a:cs typeface="+mn-cs"/>
                <a:sym typeface="Helvetica"/>
              </a:rPr>
              <a:t>점검표 돌리기</a:t>
            </a:r>
          </a:p>
        </p:txBody>
      </p:sp>
      <p:sp>
        <p:nvSpPr>
          <p:cNvPr id="630"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왜 하나요 </a:t>
            </a:r>
            <a:r>
              <a:t>— </a:t>
            </a:r>
            <a:r>
              <a:rPr>
                <a:latin typeface="+mn-lt"/>
                <a:ea typeface="+mn-ea"/>
                <a:cs typeface="+mn-cs"/>
                <a:sym typeface="Helvetica"/>
              </a:rPr>
              <a:t>지금까지의 셋업이 전부 제대로 됐는지 </a:t>
            </a:r>
            <a:r>
              <a:t>28</a:t>
            </a:r>
            <a:r>
              <a:rPr>
                <a:latin typeface="+mn-lt"/>
                <a:ea typeface="+mn-ea"/>
                <a:cs typeface="+mn-cs"/>
                <a:sym typeface="Helvetica"/>
              </a:rPr>
              <a:t>개 항목을 자동으로 확인합니다</a:t>
            </a:r>
            <a:r>
              <a:t>. </a:t>
            </a:r>
            <a:r>
              <a:rPr>
                <a:latin typeface="+mn-lt"/>
                <a:ea typeface="+mn-ea"/>
                <a:cs typeface="+mn-cs"/>
                <a:sym typeface="Helvetica"/>
              </a:rPr>
              <a:t>약 </a:t>
            </a:r>
            <a:r>
              <a:t>30</a:t>
            </a:r>
            <a:r>
              <a:rPr>
                <a:latin typeface="+mn-lt"/>
                <a:ea typeface="+mn-ea"/>
                <a:cs typeface="+mn-cs"/>
                <a:sym typeface="Helvetica"/>
              </a:rPr>
              <a:t>초</a:t>
            </a:r>
            <a:r>
              <a:t>.</a:t>
            </a:r>
          </a:p>
        </p:txBody>
      </p:sp>
      <p:sp>
        <p:nvSpPr>
          <p:cNvPr id="631" name="todo-card"/>
          <p:cNvSpPr/>
          <p:nvPr/>
        </p:nvSpPr>
        <p:spPr>
          <a:xfrm>
            <a:off x="548640" y="1920239"/>
            <a:ext cx="5212080" cy="4160522"/>
          </a:xfrm>
          <a:prstGeom prst="roundRect">
            <a:avLst>
              <a:gd name="adj" fmla="val 2637"/>
            </a:avLst>
          </a:prstGeom>
          <a:solidFill>
            <a:srgbClr val="F5F5F7"/>
          </a:solidFill>
          <a:ln w="12700">
            <a:miter lim="400000"/>
          </a:ln>
        </p:spPr>
        <p:txBody>
          <a:bodyPr lIns="45719" rIns="45719"/>
          <a:lstStyle/>
          <a:p>
            <a:pPr/>
          </a:p>
        </p:txBody>
      </p:sp>
      <p:sp>
        <p:nvSpPr>
          <p:cNvPr id="632" name="Text 5"/>
          <p:cNvSpPr txBox="1"/>
          <p:nvPr/>
        </p:nvSpPr>
        <p:spPr>
          <a:xfrm>
            <a:off x="822960" y="2142170"/>
            <a:ext cx="4572001"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이렇게 하세요</a:t>
            </a:r>
          </a:p>
        </p:txBody>
      </p:sp>
      <p:sp>
        <p:nvSpPr>
          <p:cNvPr id="633" name="num"/>
          <p:cNvSpPr/>
          <p:nvPr/>
        </p:nvSpPr>
        <p:spPr>
          <a:xfrm>
            <a:off x="822960" y="2642616"/>
            <a:ext cx="384049" cy="384049"/>
          </a:xfrm>
          <a:prstGeom prst="ellipse">
            <a:avLst/>
          </a:prstGeom>
          <a:solidFill>
            <a:schemeClr val="accent1"/>
          </a:solidFill>
          <a:ln w="12700">
            <a:miter lim="400000"/>
          </a:ln>
        </p:spPr>
        <p:txBody>
          <a:bodyPr lIns="45719" rIns="45719"/>
          <a:lstStyle/>
          <a:p>
            <a:pPr/>
          </a:p>
        </p:txBody>
      </p:sp>
      <p:sp>
        <p:nvSpPr>
          <p:cNvPr id="634" name="Text 7"/>
          <p:cNvSpPr txBox="1"/>
          <p:nvPr/>
        </p:nvSpPr>
        <p:spPr>
          <a:xfrm>
            <a:off x="822960" y="2745739"/>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635" name="Text 8"/>
          <p:cNvSpPr txBox="1"/>
          <p:nvPr/>
        </p:nvSpPr>
        <p:spPr>
          <a:xfrm>
            <a:off x="1371599" y="2745739"/>
            <a:ext cx="4206242"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오른쪽 한 줄을 붙여넣고 </a:t>
            </a:r>
            <a:r>
              <a:t>Enter</a:t>
            </a:r>
          </a:p>
        </p:txBody>
      </p:sp>
      <p:sp>
        <p:nvSpPr>
          <p:cNvPr id="636" name="num"/>
          <p:cNvSpPr/>
          <p:nvPr/>
        </p:nvSpPr>
        <p:spPr>
          <a:xfrm>
            <a:off x="822960" y="3429000"/>
            <a:ext cx="384049" cy="384048"/>
          </a:xfrm>
          <a:prstGeom prst="ellipse">
            <a:avLst/>
          </a:prstGeom>
          <a:solidFill>
            <a:schemeClr val="accent1"/>
          </a:solidFill>
          <a:ln w="12700">
            <a:miter lim="400000"/>
          </a:ln>
        </p:spPr>
        <p:txBody>
          <a:bodyPr lIns="45719" rIns="45719"/>
          <a:lstStyle/>
          <a:p>
            <a:pPr/>
          </a:p>
        </p:txBody>
      </p:sp>
      <p:sp>
        <p:nvSpPr>
          <p:cNvPr id="637" name="Text 10"/>
          <p:cNvSpPr txBox="1"/>
          <p:nvPr/>
        </p:nvSpPr>
        <p:spPr>
          <a:xfrm>
            <a:off x="822960" y="3532123"/>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638" name="Text 11"/>
          <p:cNvSpPr txBox="1"/>
          <p:nvPr/>
        </p:nvSpPr>
        <p:spPr>
          <a:xfrm>
            <a:off x="1371599" y="3532123"/>
            <a:ext cx="42062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t>1~6</a:t>
            </a:r>
            <a:r>
              <a:rPr>
                <a:latin typeface="+mn-lt"/>
                <a:ea typeface="+mn-ea"/>
                <a:cs typeface="+mn-cs"/>
                <a:sym typeface="Helvetica"/>
              </a:rPr>
              <a:t>번 묶음이 차례로 ✅ </a:t>
            </a:r>
            <a:r>
              <a:t>/ </a:t>
            </a:r>
            <a:r>
              <a:rPr>
                <a:latin typeface="+mn-lt"/>
                <a:ea typeface="+mn-ea"/>
                <a:cs typeface="+mn-cs"/>
                <a:sym typeface="Helvetica"/>
              </a:rPr>
              <a:t>❌ 로 찍힌다</a:t>
            </a:r>
          </a:p>
        </p:txBody>
      </p:sp>
      <p:sp>
        <p:nvSpPr>
          <p:cNvPr id="639" name="num"/>
          <p:cNvSpPr/>
          <p:nvPr/>
        </p:nvSpPr>
        <p:spPr>
          <a:xfrm>
            <a:off x="822960" y="4215384"/>
            <a:ext cx="384049" cy="384049"/>
          </a:xfrm>
          <a:prstGeom prst="ellipse">
            <a:avLst/>
          </a:prstGeom>
          <a:solidFill>
            <a:schemeClr val="accent1"/>
          </a:solidFill>
          <a:ln w="12700">
            <a:miter lim="400000"/>
          </a:ln>
        </p:spPr>
        <p:txBody>
          <a:bodyPr lIns="45719" rIns="45719"/>
          <a:lstStyle/>
          <a:p>
            <a:pPr/>
          </a:p>
        </p:txBody>
      </p:sp>
      <p:sp>
        <p:nvSpPr>
          <p:cNvPr id="640" name="Text 13"/>
          <p:cNvSpPr txBox="1"/>
          <p:nvPr/>
        </p:nvSpPr>
        <p:spPr>
          <a:xfrm>
            <a:off x="822960" y="4318508"/>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641" name="Text 14"/>
          <p:cNvSpPr txBox="1"/>
          <p:nvPr/>
        </p:nvSpPr>
        <p:spPr>
          <a:xfrm>
            <a:off x="1371599" y="4318508"/>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마지막 줄을 확인한다</a:t>
            </a:r>
          </a:p>
        </p:txBody>
      </p:sp>
      <p:sp>
        <p:nvSpPr>
          <p:cNvPr id="642" name="num"/>
          <p:cNvSpPr/>
          <p:nvPr/>
        </p:nvSpPr>
        <p:spPr>
          <a:xfrm>
            <a:off x="822960" y="5001767"/>
            <a:ext cx="384049" cy="384049"/>
          </a:xfrm>
          <a:prstGeom prst="ellipse">
            <a:avLst/>
          </a:prstGeom>
          <a:solidFill>
            <a:schemeClr val="accent1"/>
          </a:solidFill>
          <a:ln w="12700">
            <a:miter lim="400000"/>
          </a:ln>
        </p:spPr>
        <p:txBody>
          <a:bodyPr lIns="45719" rIns="45719"/>
          <a:lstStyle/>
          <a:p>
            <a:pPr/>
          </a:p>
        </p:txBody>
      </p:sp>
      <p:sp>
        <p:nvSpPr>
          <p:cNvPr id="643" name="Text 16"/>
          <p:cNvSpPr txBox="1"/>
          <p:nvPr/>
        </p:nvSpPr>
        <p:spPr>
          <a:xfrm>
            <a:off x="822960" y="5104891"/>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4</a:t>
            </a:r>
          </a:p>
        </p:txBody>
      </p:sp>
      <p:sp>
        <p:nvSpPr>
          <p:cNvPr id="644" name="Text 17"/>
          <p:cNvSpPr txBox="1"/>
          <p:nvPr/>
        </p:nvSpPr>
        <p:spPr>
          <a:xfrm>
            <a:off x="1371599" y="5104891"/>
            <a:ext cx="42062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❌가 있으면 그 줄 끝의 </a:t>
            </a:r>
            <a:r>
              <a:t>→ </a:t>
            </a:r>
            <a:r>
              <a:rPr>
                <a:latin typeface="+mn-lt"/>
                <a:ea typeface="+mn-ea"/>
                <a:cs typeface="+mn-cs"/>
                <a:sym typeface="Helvetica"/>
              </a:rPr>
              <a:t>안내대로 하고 다시 실행</a:t>
            </a:r>
          </a:p>
        </p:txBody>
      </p:sp>
      <p:sp>
        <p:nvSpPr>
          <p:cNvPr id="645" name="terminal"/>
          <p:cNvSpPr/>
          <p:nvPr/>
        </p:nvSpPr>
        <p:spPr>
          <a:xfrm>
            <a:off x="6035040" y="1920239"/>
            <a:ext cx="5605272" cy="1293115"/>
          </a:xfrm>
          <a:prstGeom prst="roundRect">
            <a:avLst>
              <a:gd name="adj" fmla="val 5657"/>
            </a:avLst>
          </a:prstGeom>
          <a:solidFill>
            <a:srgbClr val="1D1D1F"/>
          </a:solidFill>
          <a:ln w="12700">
            <a:miter lim="400000"/>
          </a:ln>
        </p:spPr>
        <p:txBody>
          <a:bodyPr lIns="45719" rIns="45719"/>
          <a:lstStyle/>
          <a:p>
            <a:pPr/>
          </a:p>
        </p:txBody>
      </p:sp>
      <p:sp>
        <p:nvSpPr>
          <p:cNvPr id="646" name="terminal-text"/>
          <p:cNvSpPr txBox="1"/>
          <p:nvPr/>
        </p:nvSpPr>
        <p:spPr>
          <a:xfrm>
            <a:off x="6217920" y="2066544"/>
            <a:ext cx="5239513" cy="90692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100">
                <a:solidFill>
                  <a:schemeClr val="accent2">
                    <a:hueOff val="-15247060"/>
                    <a:satOff val="-68000"/>
                    <a:lumOff val="4901"/>
                  </a:schemeClr>
                </a:solidFill>
                <a:latin typeface="Menlo Regular"/>
                <a:ea typeface="Menlo Regular"/>
                <a:cs typeface="Menlo Regular"/>
                <a:sym typeface="Menlo Regular"/>
              </a:defRPr>
            </a:pPr>
            <a:r>
              <a:t>bash ~/Documents/GitHub/design/tools/cdbd-doctor.sh</a:t>
            </a:r>
          </a:p>
          <a:p>
            <a:pPr>
              <a:defRPr sz="1100">
                <a:solidFill>
                  <a:schemeClr val="accent2">
                    <a:hueOff val="-15247060"/>
                    <a:satOff val="-68000"/>
                    <a:lumOff val="4901"/>
                  </a:schemeClr>
                </a:solidFill>
                <a:latin typeface="Menlo Regular"/>
                <a:ea typeface="Menlo Regular"/>
                <a:cs typeface="Menlo Regular"/>
                <a:sym typeface="Menlo Regular"/>
              </a:defRPr>
            </a:pPr>
            <a:r>
              <a:t> </a:t>
            </a:r>
          </a:p>
          <a:p>
            <a:pPr>
              <a:defRPr sz="1100">
                <a:solidFill>
                  <a:srgbClr val="6E6E73"/>
                </a:solidFill>
                <a:latin typeface="Menlo Regular"/>
                <a:ea typeface="Menlo Regular"/>
                <a:cs typeface="Menlo Regular"/>
                <a:sym typeface="Menlo Regular"/>
              </a:defRPr>
            </a:pPr>
            <a:r>
              <a:t># 마지막 줄</a:t>
            </a:r>
          </a:p>
          <a:p>
            <a:pPr>
              <a:defRPr sz="1100">
                <a:solidFill>
                  <a:schemeClr val="accent2">
                    <a:hueOff val="-15247060"/>
                    <a:satOff val="-68000"/>
                    <a:lumOff val="4901"/>
                  </a:schemeClr>
                </a:solidFill>
                <a:latin typeface="Menlo Regular"/>
                <a:ea typeface="Menlo Regular"/>
                <a:cs typeface="Menlo Regular"/>
                <a:sym typeface="Menlo Regular"/>
              </a:defRPr>
            </a:pPr>
            <a:r>
              <a:t>결과 — ✅ 28 · ⚠️ 0 · ❌ 0</a:t>
            </a:r>
          </a:p>
          <a:p>
            <a:pPr>
              <a:defRPr sz="1100">
                <a:solidFill>
                  <a:schemeClr val="accent2">
                    <a:hueOff val="-15247060"/>
                    <a:satOff val="-68000"/>
                    <a:lumOff val="4901"/>
                  </a:schemeClr>
                </a:solidFill>
                <a:latin typeface="Menlo Regular"/>
                <a:ea typeface="Menlo Regular"/>
                <a:cs typeface="Menlo Regular"/>
                <a:sym typeface="Menlo Regular"/>
              </a:defRPr>
            </a:pPr>
            <a:r>
              <a:t>이 기기는 CdBd 작업 준비가 끝났습니다.</a:t>
            </a:r>
          </a:p>
        </p:txBody>
      </p:sp>
      <p:sp>
        <p:nvSpPr>
          <p:cNvPr id="647" name="box-ok"/>
          <p:cNvSpPr/>
          <p:nvPr/>
        </p:nvSpPr>
        <p:spPr>
          <a:xfrm>
            <a:off x="6035040" y="3441953"/>
            <a:ext cx="5605272" cy="1143001"/>
          </a:xfrm>
          <a:prstGeom prst="roundRect">
            <a:avLst>
              <a:gd name="adj" fmla="val 8000"/>
            </a:avLst>
          </a:prstGeom>
          <a:solidFill>
            <a:schemeClr val="accent3">
              <a:alpha val="10000"/>
            </a:schemeClr>
          </a:solidFill>
          <a:ln w="12700">
            <a:miter lim="400000"/>
          </a:ln>
        </p:spPr>
        <p:txBody>
          <a:bodyPr lIns="45719" rIns="45719"/>
          <a:lstStyle/>
          <a:p>
            <a:pPr/>
          </a:p>
        </p:txBody>
      </p:sp>
      <p:sp>
        <p:nvSpPr>
          <p:cNvPr id="648" name="box-text"/>
          <p:cNvSpPr txBox="1"/>
          <p:nvPr/>
        </p:nvSpPr>
        <p:spPr>
          <a:xfrm>
            <a:off x="6236208" y="3569970"/>
            <a:ext cx="5202937" cy="533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chemeClr val="accent3"/>
                </a:solidFill>
                <a:latin typeface="Pretendard Bold"/>
                <a:ea typeface="Pretendard Bold"/>
                <a:cs typeface="Pretendard Bold"/>
                <a:sym typeface="Pretendard Bold"/>
              </a:defRPr>
            </a:pPr>
            <a:r>
              <a:rPr b="1">
                <a:latin typeface="+mn-lt"/>
                <a:ea typeface="+mn-ea"/>
                <a:cs typeface="+mn-cs"/>
                <a:sym typeface="Helvetica"/>
              </a:rPr>
              <a:t>✅ 이렇게 보이면 성공</a:t>
            </a:r>
          </a:p>
          <a:p>
            <a:pPr>
              <a:spcBef>
                <a:spcPts val="200"/>
              </a:spcBef>
              <a:defRPr sz="1200"/>
            </a:pPr>
            <a:r>
              <a:rPr>
                <a:latin typeface="+mn-lt"/>
                <a:ea typeface="+mn-ea"/>
                <a:cs typeface="+mn-cs"/>
                <a:sym typeface="Helvetica"/>
              </a:rPr>
              <a:t>「✅ </a:t>
            </a:r>
            <a:r>
              <a:t>28 · </a:t>
            </a:r>
            <a:r>
              <a:rPr>
                <a:latin typeface="+mn-lt"/>
                <a:ea typeface="+mn-ea"/>
                <a:cs typeface="+mn-cs"/>
                <a:sym typeface="Helvetica"/>
              </a:rPr>
              <a:t>⚠️ </a:t>
            </a:r>
            <a:r>
              <a:t>0 · </a:t>
            </a:r>
            <a:r>
              <a:rPr>
                <a:latin typeface="+mn-lt"/>
                <a:ea typeface="+mn-ea"/>
                <a:cs typeface="+mn-cs"/>
                <a:sym typeface="Helvetica"/>
              </a:rPr>
              <a:t>❌ </a:t>
            </a:r>
            <a:r>
              <a:t>0</a:t>
            </a:r>
            <a:r>
              <a:rPr>
                <a:latin typeface="+mn-lt"/>
                <a:ea typeface="+mn-ea"/>
                <a:cs typeface="+mn-cs"/>
                <a:sym typeface="Helvetica"/>
              </a:rPr>
              <a:t>」 </a:t>
            </a:r>
            <a:r>
              <a:t>— </a:t>
            </a:r>
            <a:r>
              <a:rPr>
                <a:latin typeface="+mn-lt"/>
                <a:ea typeface="+mn-ea"/>
                <a:cs typeface="+mn-cs"/>
                <a:sym typeface="Helvetica"/>
              </a:rPr>
              <a:t>셋업 완료</a:t>
            </a:r>
          </a:p>
        </p:txBody>
      </p:sp>
      <p:sp>
        <p:nvSpPr>
          <p:cNvPr id="649" name="box-no"/>
          <p:cNvSpPr/>
          <p:nvPr/>
        </p:nvSpPr>
        <p:spPr>
          <a:xfrm>
            <a:off x="6035040" y="4767834"/>
            <a:ext cx="5605272" cy="1312927"/>
          </a:xfrm>
          <a:prstGeom prst="roundRect">
            <a:avLst>
              <a:gd name="adj" fmla="val 6965"/>
            </a:avLst>
          </a:prstGeom>
          <a:solidFill>
            <a:srgbClr val="F5F5F7"/>
          </a:solidFill>
          <a:ln w="12700">
            <a:miter lim="400000"/>
          </a:ln>
        </p:spPr>
        <p:txBody>
          <a:bodyPr lIns="45719" rIns="45719"/>
          <a:lstStyle/>
          <a:p>
            <a:pPr/>
          </a:p>
        </p:txBody>
      </p:sp>
      <p:sp>
        <p:nvSpPr>
          <p:cNvPr id="650" name="box-text"/>
          <p:cNvSpPr txBox="1"/>
          <p:nvPr/>
        </p:nvSpPr>
        <p:spPr>
          <a:xfrm>
            <a:off x="6236208" y="4895850"/>
            <a:ext cx="5202937" cy="469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rgbClr val="6E6E73"/>
                </a:solidFill>
                <a:latin typeface="Pretendard Bold"/>
                <a:ea typeface="Pretendard Bold"/>
                <a:cs typeface="Pretendard Bold"/>
                <a:sym typeface="Pretendard Bold"/>
              </a:defRPr>
            </a:pPr>
            <a:r>
              <a:rPr b="1">
                <a:latin typeface="+mn-lt"/>
                <a:ea typeface="+mn-ea"/>
                <a:cs typeface="+mn-cs"/>
                <a:sym typeface="Helvetica"/>
              </a:rPr>
              <a:t>막히면</a:t>
            </a:r>
          </a:p>
          <a:p>
            <a:pPr>
              <a:spcBef>
                <a:spcPts val="200"/>
              </a:spcBef>
              <a:defRPr sz="1200"/>
            </a:pPr>
            <a:r>
              <a:rPr>
                <a:latin typeface="+mn-lt"/>
                <a:ea typeface="+mn-ea"/>
                <a:cs typeface="+mn-cs"/>
                <a:sym typeface="Helvetica"/>
              </a:rPr>
              <a:t>❌ 해결 방법은 「막혔을 때」 표 </a:t>
            </a:r>
            <a:r>
              <a:t>(</a:t>
            </a:r>
            <a:r>
              <a:rPr>
                <a:latin typeface="+mn-lt"/>
                <a:ea typeface="+mn-ea"/>
                <a:cs typeface="+mn-cs"/>
                <a:sym typeface="Helvetica"/>
              </a:rPr>
              <a:t>다음다음 장</a:t>
            </a:r>
            <a:r>
              <a:t>)</a:t>
            </a:r>
          </a:p>
        </p:txBody>
      </p:sp>
      <p:sp>
        <p:nvSpPr>
          <p:cNvPr id="651" name="tracker"/>
          <p:cNvSpPr/>
          <p:nvPr/>
        </p:nvSpPr>
        <p:spPr>
          <a:xfrm>
            <a:off x="4937759" y="6437376"/>
            <a:ext cx="118873" cy="118873"/>
          </a:xfrm>
          <a:prstGeom prst="ellipse">
            <a:avLst/>
          </a:prstGeom>
          <a:solidFill>
            <a:schemeClr val="accent1"/>
          </a:solidFill>
          <a:ln>
            <a:solidFill>
              <a:schemeClr val="accent1"/>
            </a:solidFill>
          </a:ln>
        </p:spPr>
        <p:txBody>
          <a:bodyPr lIns="45719" rIns="45719"/>
          <a:lstStyle/>
          <a:p>
            <a:pPr/>
          </a:p>
        </p:txBody>
      </p:sp>
      <p:sp>
        <p:nvSpPr>
          <p:cNvPr id="652" name="tracker"/>
          <p:cNvSpPr/>
          <p:nvPr/>
        </p:nvSpPr>
        <p:spPr>
          <a:xfrm>
            <a:off x="5212079" y="6437376"/>
            <a:ext cx="118873" cy="118873"/>
          </a:xfrm>
          <a:prstGeom prst="ellipse">
            <a:avLst/>
          </a:prstGeom>
          <a:solidFill>
            <a:schemeClr val="accent1"/>
          </a:solidFill>
          <a:ln>
            <a:solidFill>
              <a:schemeClr val="accent1"/>
            </a:solidFill>
          </a:ln>
        </p:spPr>
        <p:txBody>
          <a:bodyPr lIns="45719" rIns="45719"/>
          <a:lstStyle/>
          <a:p>
            <a:pPr/>
          </a:p>
        </p:txBody>
      </p:sp>
      <p:sp>
        <p:nvSpPr>
          <p:cNvPr id="653" name="tracker"/>
          <p:cNvSpPr/>
          <p:nvPr/>
        </p:nvSpPr>
        <p:spPr>
          <a:xfrm>
            <a:off x="5486400" y="6437376"/>
            <a:ext cx="118873" cy="118873"/>
          </a:xfrm>
          <a:prstGeom prst="ellipse">
            <a:avLst/>
          </a:prstGeom>
          <a:solidFill>
            <a:schemeClr val="accent1"/>
          </a:solidFill>
          <a:ln>
            <a:solidFill>
              <a:schemeClr val="accent1"/>
            </a:solidFill>
          </a:ln>
        </p:spPr>
        <p:txBody>
          <a:bodyPr lIns="45719" rIns="45719"/>
          <a:lstStyle/>
          <a:p>
            <a:pPr/>
          </a:p>
        </p:txBody>
      </p:sp>
      <p:sp>
        <p:nvSpPr>
          <p:cNvPr id="654" name="tracker"/>
          <p:cNvSpPr/>
          <p:nvPr/>
        </p:nvSpPr>
        <p:spPr>
          <a:xfrm>
            <a:off x="5760720" y="6437376"/>
            <a:ext cx="118873" cy="118873"/>
          </a:xfrm>
          <a:prstGeom prst="ellipse">
            <a:avLst/>
          </a:prstGeom>
          <a:solidFill>
            <a:schemeClr val="accent1"/>
          </a:solidFill>
          <a:ln>
            <a:solidFill>
              <a:schemeClr val="accent1"/>
            </a:solidFill>
          </a:ln>
        </p:spPr>
        <p:txBody>
          <a:bodyPr lIns="45719" rIns="45719"/>
          <a:lstStyle/>
          <a:p>
            <a:pPr/>
          </a:p>
        </p:txBody>
      </p:sp>
      <p:sp>
        <p:nvSpPr>
          <p:cNvPr id="655" name="tracker"/>
          <p:cNvSpPr/>
          <p:nvPr/>
        </p:nvSpPr>
        <p:spPr>
          <a:xfrm>
            <a:off x="6035040" y="6437376"/>
            <a:ext cx="118873" cy="118873"/>
          </a:xfrm>
          <a:prstGeom prst="ellipse">
            <a:avLst/>
          </a:prstGeom>
          <a:solidFill>
            <a:schemeClr val="accent1"/>
          </a:solidFill>
          <a:ln>
            <a:solidFill>
              <a:schemeClr val="accent1"/>
            </a:solidFill>
          </a:ln>
        </p:spPr>
        <p:txBody>
          <a:bodyPr lIns="45719" rIns="45719"/>
          <a:lstStyle/>
          <a:p>
            <a:pPr/>
          </a:p>
        </p:txBody>
      </p:sp>
      <p:sp>
        <p:nvSpPr>
          <p:cNvPr id="656" name="tracker"/>
          <p:cNvSpPr/>
          <p:nvPr/>
        </p:nvSpPr>
        <p:spPr>
          <a:xfrm>
            <a:off x="6309359" y="6437376"/>
            <a:ext cx="118873" cy="118873"/>
          </a:xfrm>
          <a:prstGeom prst="ellipse">
            <a:avLst/>
          </a:prstGeom>
          <a:solidFill>
            <a:schemeClr val="accent1"/>
          </a:solidFill>
          <a:ln>
            <a:solidFill>
              <a:schemeClr val="accent1"/>
            </a:solidFill>
          </a:ln>
        </p:spPr>
        <p:txBody>
          <a:bodyPr lIns="45719" rIns="45719"/>
          <a:lstStyle/>
          <a:p>
            <a:pPr/>
          </a:p>
        </p:txBody>
      </p:sp>
      <p:sp>
        <p:nvSpPr>
          <p:cNvPr id="657" name="tracker"/>
          <p:cNvSpPr/>
          <p:nvPr/>
        </p:nvSpPr>
        <p:spPr>
          <a:xfrm>
            <a:off x="6583680" y="6437376"/>
            <a:ext cx="118873" cy="118873"/>
          </a:xfrm>
          <a:prstGeom prst="ellipse">
            <a:avLst/>
          </a:prstGeom>
          <a:solidFill>
            <a:schemeClr val="accent1"/>
          </a:solidFill>
          <a:ln>
            <a:solidFill>
              <a:schemeClr val="accent1"/>
            </a:solidFill>
          </a:ln>
        </p:spPr>
        <p:txBody>
          <a:bodyPr lIns="45719" rIns="45719"/>
          <a:lstStyle/>
          <a:p>
            <a:pPr/>
          </a:p>
        </p:txBody>
      </p:sp>
      <p:sp>
        <p:nvSpPr>
          <p:cNvPr id="658" name="tracker"/>
          <p:cNvSpPr/>
          <p:nvPr/>
        </p:nvSpPr>
        <p:spPr>
          <a:xfrm>
            <a:off x="6858000" y="6437376"/>
            <a:ext cx="118873" cy="118873"/>
          </a:xfrm>
          <a:prstGeom prst="ellipse">
            <a:avLst/>
          </a:prstGeom>
          <a:solidFill>
            <a:schemeClr val="accent1"/>
          </a:solidFill>
          <a:ln>
            <a:solidFill>
              <a:schemeClr val="accent1"/>
            </a:solidFill>
          </a:ln>
        </p:spPr>
        <p:txBody>
          <a:bodyPr lIns="45719" rIns="45719"/>
          <a:lstStyle/>
          <a:p>
            <a:pPr/>
          </a:p>
        </p:txBody>
      </p:sp>
      <p:sp>
        <p:nvSpPr>
          <p:cNvPr id="659" name="tracker"/>
          <p:cNvSpPr/>
          <p:nvPr/>
        </p:nvSpPr>
        <p:spPr>
          <a:xfrm>
            <a:off x="7132319" y="6437376"/>
            <a:ext cx="118873" cy="118873"/>
          </a:xfrm>
          <a:prstGeom prst="ellipse">
            <a:avLst/>
          </a:prstGeom>
          <a:solidFill>
            <a:srgbClr val="F5F5F7"/>
          </a:solidFill>
          <a:ln>
            <a:solidFill>
              <a:srgbClr val="C9C9D2"/>
            </a:solidFill>
          </a:ln>
        </p:spPr>
        <p:txBody>
          <a:bodyPr lIns="45719" rIns="45719"/>
          <a:lstStyle/>
          <a:p>
            <a:pPr/>
          </a:p>
        </p:txBody>
      </p:sp>
      <p:sp>
        <p:nvSpPr>
          <p:cNvPr id="660" name="Text 33"/>
          <p:cNvSpPr txBox="1"/>
          <p:nvPr/>
        </p:nvSpPr>
        <p:spPr>
          <a:xfrm>
            <a:off x="7452359" y="6426961"/>
            <a:ext cx="731521"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chemeClr val="accent1"/>
                </a:solidFill>
                <a:latin typeface="Pretendard Bold"/>
                <a:ea typeface="Pretendard Bold"/>
                <a:cs typeface="Pretendard Bold"/>
                <a:sym typeface="Pretendard Bold"/>
              </a:defRPr>
            </a:lvl1pPr>
          </a:lstStyle>
          <a:p>
            <a:pPr/>
            <a:r>
              <a:t>8 / 9</a:t>
            </a:r>
          </a:p>
        </p:txBody>
      </p:sp>
      <p:sp>
        <p:nvSpPr>
          <p:cNvPr id="661" name="Slide Number Placeholder 0"/>
          <p:cNvSpPr txBox="1"/>
          <p:nvPr>
            <p:ph type="sldNum" sz="quarter" idx="4294967295"/>
          </p:nvPr>
        </p:nvSpPr>
        <p:spPr>
          <a:xfrm>
            <a:off x="11415956" y="6355079"/>
            <a:ext cx="224356"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5"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a:t>
            </a:r>
            <a:r>
              <a:t>· </a:t>
            </a:r>
            <a:r>
              <a:rPr b="1">
                <a:latin typeface="+mn-lt"/>
                <a:ea typeface="+mn-ea"/>
                <a:cs typeface="+mn-cs"/>
                <a:sym typeface="Helvetica"/>
              </a:rPr>
              <a:t>확인</a:t>
            </a:r>
          </a:p>
        </p:txBody>
      </p:sp>
      <p:sp>
        <p:nvSpPr>
          <p:cNvPr id="666"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STEP 9 / 9</a:t>
            </a:r>
          </a:p>
        </p:txBody>
      </p:sp>
      <p:sp>
        <p:nvSpPr>
          <p:cNvPr id="667" name="Text 1"/>
          <p:cNvSpPr txBox="1"/>
          <p:nvPr>
            <p:ph type="title"/>
          </p:nvPr>
        </p:nvSpPr>
        <p:spPr>
          <a:xfrm>
            <a:off x="548640" y="676655"/>
            <a:ext cx="11091672" cy="658369"/>
          </a:xfrm>
          <a:prstGeom prst="rect">
            <a:avLst/>
          </a:prstGeom>
        </p:spPr>
        <p:txBody>
          <a:bodyPr lIns="0" tIns="0" rIns="0" bIns="0" anchor="ctr"/>
          <a:lstStyle/>
          <a:p>
            <a:pPr/>
            <a:r>
              <a:t>STEP 9.  Claude</a:t>
            </a:r>
            <a:r>
              <a:rPr b="1">
                <a:latin typeface="+mn-lt"/>
                <a:ea typeface="+mn-ea"/>
                <a:cs typeface="+mn-cs"/>
                <a:sym typeface="Helvetica"/>
              </a:rPr>
              <a:t>에게 확인 질문</a:t>
            </a:r>
          </a:p>
        </p:txBody>
      </p:sp>
      <p:sp>
        <p:nvSpPr>
          <p:cNvPr id="668"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왜 하나요 </a:t>
            </a:r>
            <a:r>
              <a:t>— </a:t>
            </a:r>
            <a:r>
              <a:rPr>
                <a:latin typeface="+mn-lt"/>
                <a:ea typeface="+mn-ea"/>
                <a:cs typeface="+mn-cs"/>
                <a:sym typeface="Helvetica"/>
              </a:rPr>
              <a:t>팀 규칙과 기능 사전이 실제로 </a:t>
            </a:r>
            <a:r>
              <a:t>Claude</a:t>
            </a:r>
            <a:r>
              <a:rPr>
                <a:latin typeface="+mn-lt"/>
                <a:ea typeface="+mn-ea"/>
                <a:cs typeface="+mn-cs"/>
                <a:sym typeface="Helvetica"/>
              </a:rPr>
              <a:t>에게 실렸는지 마지막으로 확인합니다</a:t>
            </a:r>
            <a:r>
              <a:t>.</a:t>
            </a:r>
          </a:p>
        </p:txBody>
      </p:sp>
      <p:sp>
        <p:nvSpPr>
          <p:cNvPr id="669" name="todo-card"/>
          <p:cNvSpPr/>
          <p:nvPr/>
        </p:nvSpPr>
        <p:spPr>
          <a:xfrm>
            <a:off x="548640" y="1920239"/>
            <a:ext cx="5212080" cy="4160522"/>
          </a:xfrm>
          <a:prstGeom prst="roundRect">
            <a:avLst>
              <a:gd name="adj" fmla="val 2637"/>
            </a:avLst>
          </a:prstGeom>
          <a:solidFill>
            <a:srgbClr val="F5F5F7"/>
          </a:solidFill>
          <a:ln w="12700">
            <a:miter lim="400000"/>
          </a:ln>
        </p:spPr>
        <p:txBody>
          <a:bodyPr lIns="45719" rIns="45719"/>
          <a:lstStyle/>
          <a:p>
            <a:pPr/>
          </a:p>
        </p:txBody>
      </p:sp>
      <p:sp>
        <p:nvSpPr>
          <p:cNvPr id="670" name="Text 5"/>
          <p:cNvSpPr txBox="1"/>
          <p:nvPr/>
        </p:nvSpPr>
        <p:spPr>
          <a:xfrm>
            <a:off x="822960" y="2142170"/>
            <a:ext cx="4572001" cy="24194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5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이렇게 하세요</a:t>
            </a:r>
          </a:p>
        </p:txBody>
      </p:sp>
      <p:sp>
        <p:nvSpPr>
          <p:cNvPr id="671" name="num"/>
          <p:cNvSpPr/>
          <p:nvPr/>
        </p:nvSpPr>
        <p:spPr>
          <a:xfrm>
            <a:off x="822960" y="2642616"/>
            <a:ext cx="384049" cy="384049"/>
          </a:xfrm>
          <a:prstGeom prst="ellipse">
            <a:avLst/>
          </a:prstGeom>
          <a:solidFill>
            <a:schemeClr val="accent1"/>
          </a:solidFill>
          <a:ln w="12700">
            <a:miter lim="400000"/>
          </a:ln>
        </p:spPr>
        <p:txBody>
          <a:bodyPr lIns="45719" rIns="45719"/>
          <a:lstStyle/>
          <a:p>
            <a:pPr/>
          </a:p>
        </p:txBody>
      </p:sp>
      <p:sp>
        <p:nvSpPr>
          <p:cNvPr id="672" name="Text 7"/>
          <p:cNvSpPr txBox="1"/>
          <p:nvPr/>
        </p:nvSpPr>
        <p:spPr>
          <a:xfrm>
            <a:off x="822960" y="2745739"/>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673" name="Text 8"/>
          <p:cNvSpPr txBox="1"/>
          <p:nvPr/>
        </p:nvSpPr>
        <p:spPr>
          <a:xfrm>
            <a:off x="1371599" y="2713544"/>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옵시디언에서 아무 볼트나 연다</a:t>
            </a:r>
          </a:p>
        </p:txBody>
      </p:sp>
      <p:sp>
        <p:nvSpPr>
          <p:cNvPr id="674" name="num"/>
          <p:cNvSpPr/>
          <p:nvPr/>
        </p:nvSpPr>
        <p:spPr>
          <a:xfrm>
            <a:off x="822960" y="3429000"/>
            <a:ext cx="384049" cy="384048"/>
          </a:xfrm>
          <a:prstGeom prst="ellipse">
            <a:avLst/>
          </a:prstGeom>
          <a:solidFill>
            <a:schemeClr val="accent1"/>
          </a:solidFill>
          <a:ln w="12700">
            <a:miter lim="400000"/>
          </a:ln>
        </p:spPr>
        <p:txBody>
          <a:bodyPr lIns="45719" rIns="45719"/>
          <a:lstStyle/>
          <a:p>
            <a:pPr/>
          </a:p>
        </p:txBody>
      </p:sp>
      <p:sp>
        <p:nvSpPr>
          <p:cNvPr id="675" name="Text 10"/>
          <p:cNvSpPr txBox="1"/>
          <p:nvPr/>
        </p:nvSpPr>
        <p:spPr>
          <a:xfrm>
            <a:off x="822960" y="3532123"/>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676" name="Text 11"/>
          <p:cNvSpPr txBox="1"/>
          <p:nvPr/>
        </p:nvSpPr>
        <p:spPr>
          <a:xfrm>
            <a:off x="1371599" y="3499927"/>
            <a:ext cx="4206242"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t>Claudian </a:t>
            </a:r>
            <a:r>
              <a:rPr>
                <a:latin typeface="+mn-lt"/>
                <a:ea typeface="+mn-ea"/>
                <a:cs typeface="+mn-cs"/>
                <a:sym typeface="Helvetica"/>
              </a:rPr>
              <a:t>창을 연다</a:t>
            </a:r>
          </a:p>
        </p:txBody>
      </p:sp>
      <p:sp>
        <p:nvSpPr>
          <p:cNvPr id="677" name="num"/>
          <p:cNvSpPr/>
          <p:nvPr/>
        </p:nvSpPr>
        <p:spPr>
          <a:xfrm>
            <a:off x="822960" y="4215384"/>
            <a:ext cx="384049" cy="384049"/>
          </a:xfrm>
          <a:prstGeom prst="ellipse">
            <a:avLst/>
          </a:prstGeom>
          <a:solidFill>
            <a:schemeClr val="accent1"/>
          </a:solidFill>
          <a:ln w="12700">
            <a:miter lim="400000"/>
          </a:ln>
        </p:spPr>
        <p:txBody>
          <a:bodyPr lIns="45719" rIns="45719"/>
          <a:lstStyle/>
          <a:p>
            <a:pPr/>
          </a:p>
        </p:txBody>
      </p:sp>
      <p:sp>
        <p:nvSpPr>
          <p:cNvPr id="678" name="Text 13"/>
          <p:cNvSpPr txBox="1"/>
          <p:nvPr/>
        </p:nvSpPr>
        <p:spPr>
          <a:xfrm>
            <a:off x="822960" y="4318508"/>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679" name="Text 14"/>
          <p:cNvSpPr txBox="1"/>
          <p:nvPr/>
        </p:nvSpPr>
        <p:spPr>
          <a:xfrm>
            <a:off x="1371599" y="4286312"/>
            <a:ext cx="4206242"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오른쪽 질문을 그대로 입력한다</a:t>
            </a:r>
          </a:p>
        </p:txBody>
      </p:sp>
      <p:sp>
        <p:nvSpPr>
          <p:cNvPr id="680" name="num"/>
          <p:cNvSpPr/>
          <p:nvPr/>
        </p:nvSpPr>
        <p:spPr>
          <a:xfrm>
            <a:off x="822960" y="5001767"/>
            <a:ext cx="384049" cy="384049"/>
          </a:xfrm>
          <a:prstGeom prst="ellipse">
            <a:avLst/>
          </a:prstGeom>
          <a:solidFill>
            <a:schemeClr val="accent1"/>
          </a:solidFill>
          <a:ln w="12700">
            <a:miter lim="400000"/>
          </a:ln>
        </p:spPr>
        <p:txBody>
          <a:bodyPr lIns="45719" rIns="45719"/>
          <a:lstStyle/>
          <a:p>
            <a:pPr/>
          </a:p>
        </p:txBody>
      </p:sp>
      <p:sp>
        <p:nvSpPr>
          <p:cNvPr id="681" name="Text 16"/>
          <p:cNvSpPr txBox="1"/>
          <p:nvPr/>
        </p:nvSpPr>
        <p:spPr>
          <a:xfrm>
            <a:off x="822960" y="5104891"/>
            <a:ext cx="38404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200">
                <a:solidFill>
                  <a:schemeClr val="accent2">
                    <a:hueOff val="-15247060"/>
                    <a:satOff val="-68000"/>
                    <a:lumOff val="4901"/>
                  </a:schemeClr>
                </a:solidFill>
                <a:latin typeface="Pretendard Bold"/>
                <a:ea typeface="Pretendard Bold"/>
                <a:cs typeface="Pretendard Bold"/>
                <a:sym typeface="Pretendard Bold"/>
              </a:defRPr>
            </a:lvl1pPr>
          </a:lstStyle>
          <a:p>
            <a:pPr/>
            <a:r>
              <a:t>4</a:t>
            </a:r>
          </a:p>
        </p:txBody>
      </p:sp>
      <p:sp>
        <p:nvSpPr>
          <p:cNvPr id="682" name="Text 17"/>
          <p:cNvSpPr txBox="1"/>
          <p:nvPr/>
        </p:nvSpPr>
        <p:spPr>
          <a:xfrm>
            <a:off x="1371599" y="5072695"/>
            <a:ext cx="4206242" cy="214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답이 「아니요」로 시작해 「빈칸」이라고 바로잡는지 본다</a:t>
            </a:r>
          </a:p>
        </p:txBody>
      </p:sp>
      <p:sp>
        <p:nvSpPr>
          <p:cNvPr id="683" name="terminal"/>
          <p:cNvSpPr/>
          <p:nvPr/>
        </p:nvSpPr>
        <p:spPr>
          <a:xfrm>
            <a:off x="6035040" y="1920239"/>
            <a:ext cx="5605272" cy="714757"/>
          </a:xfrm>
          <a:prstGeom prst="roundRect">
            <a:avLst>
              <a:gd name="adj" fmla="val 10235"/>
            </a:avLst>
          </a:prstGeom>
          <a:solidFill>
            <a:srgbClr val="1D1D1F"/>
          </a:solidFill>
          <a:ln w="12700">
            <a:miter lim="400000"/>
          </a:ln>
        </p:spPr>
        <p:txBody>
          <a:bodyPr lIns="45719" rIns="45719"/>
          <a:lstStyle/>
          <a:p>
            <a:pPr/>
          </a:p>
        </p:txBody>
      </p:sp>
      <p:sp>
        <p:nvSpPr>
          <p:cNvPr id="684" name="terminal-text"/>
          <p:cNvSpPr txBox="1"/>
          <p:nvPr/>
        </p:nvSpPr>
        <p:spPr>
          <a:xfrm>
            <a:off x="6217920" y="2066544"/>
            <a:ext cx="5239513" cy="34812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100">
                <a:solidFill>
                  <a:schemeClr val="accent2">
                    <a:hueOff val="-15247060"/>
                    <a:satOff val="-68000"/>
                    <a:lumOff val="4901"/>
                  </a:schemeClr>
                </a:solidFill>
                <a:latin typeface="Menlo Regular"/>
                <a:ea typeface="Menlo Regular"/>
                <a:cs typeface="Menlo Regular"/>
                <a:sym typeface="Menlo Regular"/>
              </a:defRPr>
            </a:pPr>
            <a:r>
              <a:t>개별 URL에서 이름 칸이 비면</a:t>
            </a:r>
          </a:p>
          <a:p>
            <a:pPr>
              <a:defRPr sz="1100">
                <a:solidFill>
                  <a:schemeClr val="accent2">
                    <a:hueOff val="-15247060"/>
                    <a:satOff val="-68000"/>
                    <a:lumOff val="4901"/>
                  </a:schemeClr>
                </a:solidFill>
                <a:latin typeface="Menlo Regular"/>
                <a:ea typeface="Menlo Regular"/>
                <a:cs typeface="Menlo Regular"/>
                <a:sym typeface="Menlo Regular"/>
              </a:defRPr>
            </a:pPr>
            <a:r>
              <a:t>대체어가 나오죠?</a:t>
            </a:r>
          </a:p>
        </p:txBody>
      </p:sp>
      <p:sp>
        <p:nvSpPr>
          <p:cNvPr id="685" name="box-ok"/>
          <p:cNvSpPr/>
          <p:nvPr/>
        </p:nvSpPr>
        <p:spPr>
          <a:xfrm>
            <a:off x="6035040" y="2863595"/>
            <a:ext cx="5605272" cy="1143001"/>
          </a:xfrm>
          <a:prstGeom prst="roundRect">
            <a:avLst>
              <a:gd name="adj" fmla="val 8000"/>
            </a:avLst>
          </a:prstGeom>
          <a:solidFill>
            <a:schemeClr val="accent3">
              <a:alpha val="10000"/>
            </a:schemeClr>
          </a:solidFill>
          <a:ln w="12700">
            <a:miter lim="400000"/>
          </a:ln>
        </p:spPr>
        <p:txBody>
          <a:bodyPr lIns="45719" rIns="45719"/>
          <a:lstStyle/>
          <a:p>
            <a:pPr/>
          </a:p>
        </p:txBody>
      </p:sp>
      <p:sp>
        <p:nvSpPr>
          <p:cNvPr id="686" name="box-text"/>
          <p:cNvSpPr txBox="1"/>
          <p:nvPr/>
        </p:nvSpPr>
        <p:spPr>
          <a:xfrm>
            <a:off x="6236208" y="2991611"/>
            <a:ext cx="5202937" cy="469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chemeClr val="accent3"/>
                </a:solidFill>
                <a:latin typeface="Pretendard Bold"/>
                <a:ea typeface="Pretendard Bold"/>
                <a:cs typeface="Pretendard Bold"/>
                <a:sym typeface="Pretendard Bold"/>
              </a:defRPr>
            </a:pPr>
            <a:r>
              <a:rPr b="1">
                <a:latin typeface="+mn-lt"/>
                <a:ea typeface="+mn-ea"/>
                <a:cs typeface="+mn-cs"/>
                <a:sym typeface="Helvetica"/>
              </a:rPr>
              <a:t>✅ 이렇게 보이면 성공</a:t>
            </a:r>
          </a:p>
          <a:p>
            <a:pPr>
              <a:spcBef>
                <a:spcPts val="200"/>
              </a:spcBef>
              <a:defRPr sz="1200"/>
            </a:pPr>
            <a:r>
              <a:rPr>
                <a:latin typeface="+mn-lt"/>
                <a:ea typeface="+mn-ea"/>
                <a:cs typeface="+mn-cs"/>
                <a:sym typeface="Helvetica"/>
              </a:rPr>
              <a:t>「아니요</a:t>
            </a:r>
            <a:r>
              <a:t>, </a:t>
            </a:r>
            <a:r>
              <a:rPr>
                <a:latin typeface="+mn-lt"/>
                <a:ea typeface="+mn-ea"/>
                <a:cs typeface="+mn-cs"/>
                <a:sym typeface="Helvetica"/>
              </a:rPr>
              <a:t>개별 </a:t>
            </a:r>
            <a:r>
              <a:t>URL</a:t>
            </a:r>
            <a:r>
              <a:rPr>
                <a:latin typeface="+mn-lt"/>
                <a:ea typeface="+mn-ea"/>
                <a:cs typeface="+mn-cs"/>
                <a:sym typeface="Helvetica"/>
              </a:rPr>
              <a:t>에서는 대체어가 아니라 빈칸으로 나옵니다 </a:t>
            </a:r>
            <a:r>
              <a:t>…</a:t>
            </a:r>
            <a:r>
              <a:rPr>
                <a:latin typeface="+mn-lt"/>
                <a:ea typeface="+mn-ea"/>
                <a:cs typeface="+mn-cs"/>
                <a:sym typeface="Helvetica"/>
              </a:rPr>
              <a:t>」</a:t>
            </a:r>
          </a:p>
        </p:txBody>
      </p:sp>
      <p:sp>
        <p:nvSpPr>
          <p:cNvPr id="687" name="box-no"/>
          <p:cNvSpPr/>
          <p:nvPr/>
        </p:nvSpPr>
        <p:spPr>
          <a:xfrm>
            <a:off x="6035040" y="4189476"/>
            <a:ext cx="5605272" cy="1891285"/>
          </a:xfrm>
          <a:prstGeom prst="roundRect">
            <a:avLst>
              <a:gd name="adj" fmla="val 4835"/>
            </a:avLst>
          </a:prstGeom>
          <a:solidFill>
            <a:srgbClr val="F5F5F7"/>
          </a:solidFill>
          <a:ln w="12700">
            <a:miter lim="400000"/>
          </a:ln>
        </p:spPr>
        <p:txBody>
          <a:bodyPr lIns="45719" rIns="45719"/>
          <a:lstStyle/>
          <a:p>
            <a:pPr/>
          </a:p>
        </p:txBody>
      </p:sp>
      <p:sp>
        <p:nvSpPr>
          <p:cNvPr id="688" name="box-text"/>
          <p:cNvSpPr txBox="1"/>
          <p:nvPr/>
        </p:nvSpPr>
        <p:spPr>
          <a:xfrm>
            <a:off x="6236208" y="4317491"/>
            <a:ext cx="5202937"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200">
                <a:solidFill>
                  <a:srgbClr val="6E6E73"/>
                </a:solidFill>
                <a:latin typeface="Pretendard Bold"/>
                <a:ea typeface="Pretendard Bold"/>
                <a:cs typeface="Pretendard Bold"/>
                <a:sym typeface="Pretendard Bold"/>
              </a:defRPr>
            </a:pPr>
            <a:r>
              <a:rPr b="1">
                <a:latin typeface="+mn-lt"/>
                <a:ea typeface="+mn-ea"/>
                <a:cs typeface="+mn-cs"/>
                <a:sym typeface="Helvetica"/>
              </a:rPr>
              <a:t>막히면</a:t>
            </a:r>
          </a:p>
          <a:p>
            <a:pPr>
              <a:spcBef>
                <a:spcPts val="200"/>
              </a:spcBef>
              <a:defRPr sz="1200"/>
            </a:pPr>
            <a:r>
              <a:rPr>
                <a:latin typeface="+mn-lt"/>
                <a:ea typeface="+mn-ea"/>
                <a:cs typeface="+mn-cs"/>
                <a:sym typeface="Helvetica"/>
              </a:rPr>
              <a:t>다르게 답하면 담당자에게 </a:t>
            </a:r>
            <a:r>
              <a:t>— </a:t>
            </a:r>
            <a:r>
              <a:rPr>
                <a:latin typeface="+mn-lt"/>
                <a:ea typeface="+mn-ea"/>
                <a:cs typeface="+mn-cs"/>
                <a:sym typeface="Helvetica"/>
              </a:rPr>
              <a:t>담당자가 수용 테스트 전체를 돌려 확인합니다</a:t>
            </a:r>
          </a:p>
        </p:txBody>
      </p:sp>
      <p:sp>
        <p:nvSpPr>
          <p:cNvPr id="689" name="tracker"/>
          <p:cNvSpPr/>
          <p:nvPr/>
        </p:nvSpPr>
        <p:spPr>
          <a:xfrm>
            <a:off x="4937759" y="6437376"/>
            <a:ext cx="118873" cy="118873"/>
          </a:xfrm>
          <a:prstGeom prst="ellipse">
            <a:avLst/>
          </a:prstGeom>
          <a:solidFill>
            <a:schemeClr val="accent1"/>
          </a:solidFill>
          <a:ln>
            <a:solidFill>
              <a:schemeClr val="accent1"/>
            </a:solidFill>
          </a:ln>
        </p:spPr>
        <p:txBody>
          <a:bodyPr lIns="45719" rIns="45719"/>
          <a:lstStyle/>
          <a:p>
            <a:pPr/>
          </a:p>
        </p:txBody>
      </p:sp>
      <p:sp>
        <p:nvSpPr>
          <p:cNvPr id="690" name="tracker"/>
          <p:cNvSpPr/>
          <p:nvPr/>
        </p:nvSpPr>
        <p:spPr>
          <a:xfrm>
            <a:off x="5212079" y="6437376"/>
            <a:ext cx="118873" cy="118873"/>
          </a:xfrm>
          <a:prstGeom prst="ellipse">
            <a:avLst/>
          </a:prstGeom>
          <a:solidFill>
            <a:schemeClr val="accent1"/>
          </a:solidFill>
          <a:ln>
            <a:solidFill>
              <a:schemeClr val="accent1"/>
            </a:solidFill>
          </a:ln>
        </p:spPr>
        <p:txBody>
          <a:bodyPr lIns="45719" rIns="45719"/>
          <a:lstStyle/>
          <a:p>
            <a:pPr/>
          </a:p>
        </p:txBody>
      </p:sp>
      <p:sp>
        <p:nvSpPr>
          <p:cNvPr id="691" name="tracker"/>
          <p:cNvSpPr/>
          <p:nvPr/>
        </p:nvSpPr>
        <p:spPr>
          <a:xfrm>
            <a:off x="5486400" y="6437376"/>
            <a:ext cx="118873" cy="118873"/>
          </a:xfrm>
          <a:prstGeom prst="ellipse">
            <a:avLst/>
          </a:prstGeom>
          <a:solidFill>
            <a:schemeClr val="accent1"/>
          </a:solidFill>
          <a:ln>
            <a:solidFill>
              <a:schemeClr val="accent1"/>
            </a:solidFill>
          </a:ln>
        </p:spPr>
        <p:txBody>
          <a:bodyPr lIns="45719" rIns="45719"/>
          <a:lstStyle/>
          <a:p>
            <a:pPr/>
          </a:p>
        </p:txBody>
      </p:sp>
      <p:sp>
        <p:nvSpPr>
          <p:cNvPr id="692" name="tracker"/>
          <p:cNvSpPr/>
          <p:nvPr/>
        </p:nvSpPr>
        <p:spPr>
          <a:xfrm>
            <a:off x="5760720" y="6437376"/>
            <a:ext cx="118873" cy="118873"/>
          </a:xfrm>
          <a:prstGeom prst="ellipse">
            <a:avLst/>
          </a:prstGeom>
          <a:solidFill>
            <a:schemeClr val="accent1"/>
          </a:solidFill>
          <a:ln>
            <a:solidFill>
              <a:schemeClr val="accent1"/>
            </a:solidFill>
          </a:ln>
        </p:spPr>
        <p:txBody>
          <a:bodyPr lIns="45719" rIns="45719"/>
          <a:lstStyle/>
          <a:p>
            <a:pPr/>
          </a:p>
        </p:txBody>
      </p:sp>
      <p:sp>
        <p:nvSpPr>
          <p:cNvPr id="693" name="tracker"/>
          <p:cNvSpPr/>
          <p:nvPr/>
        </p:nvSpPr>
        <p:spPr>
          <a:xfrm>
            <a:off x="6035040" y="6437376"/>
            <a:ext cx="118873" cy="118873"/>
          </a:xfrm>
          <a:prstGeom prst="ellipse">
            <a:avLst/>
          </a:prstGeom>
          <a:solidFill>
            <a:schemeClr val="accent1"/>
          </a:solidFill>
          <a:ln>
            <a:solidFill>
              <a:schemeClr val="accent1"/>
            </a:solidFill>
          </a:ln>
        </p:spPr>
        <p:txBody>
          <a:bodyPr lIns="45719" rIns="45719"/>
          <a:lstStyle/>
          <a:p>
            <a:pPr/>
          </a:p>
        </p:txBody>
      </p:sp>
      <p:sp>
        <p:nvSpPr>
          <p:cNvPr id="694" name="tracker"/>
          <p:cNvSpPr/>
          <p:nvPr/>
        </p:nvSpPr>
        <p:spPr>
          <a:xfrm>
            <a:off x="6309359" y="6437376"/>
            <a:ext cx="118873" cy="118873"/>
          </a:xfrm>
          <a:prstGeom prst="ellipse">
            <a:avLst/>
          </a:prstGeom>
          <a:solidFill>
            <a:schemeClr val="accent1"/>
          </a:solidFill>
          <a:ln>
            <a:solidFill>
              <a:schemeClr val="accent1"/>
            </a:solidFill>
          </a:ln>
        </p:spPr>
        <p:txBody>
          <a:bodyPr lIns="45719" rIns="45719"/>
          <a:lstStyle/>
          <a:p>
            <a:pPr/>
          </a:p>
        </p:txBody>
      </p:sp>
      <p:sp>
        <p:nvSpPr>
          <p:cNvPr id="695" name="tracker"/>
          <p:cNvSpPr/>
          <p:nvPr/>
        </p:nvSpPr>
        <p:spPr>
          <a:xfrm>
            <a:off x="6583680" y="6437376"/>
            <a:ext cx="118873" cy="118873"/>
          </a:xfrm>
          <a:prstGeom prst="ellipse">
            <a:avLst/>
          </a:prstGeom>
          <a:solidFill>
            <a:schemeClr val="accent1"/>
          </a:solidFill>
          <a:ln>
            <a:solidFill>
              <a:schemeClr val="accent1"/>
            </a:solidFill>
          </a:ln>
        </p:spPr>
        <p:txBody>
          <a:bodyPr lIns="45719" rIns="45719"/>
          <a:lstStyle/>
          <a:p>
            <a:pPr/>
          </a:p>
        </p:txBody>
      </p:sp>
      <p:sp>
        <p:nvSpPr>
          <p:cNvPr id="696" name="tracker"/>
          <p:cNvSpPr/>
          <p:nvPr/>
        </p:nvSpPr>
        <p:spPr>
          <a:xfrm>
            <a:off x="6858000" y="6437376"/>
            <a:ext cx="118873" cy="118873"/>
          </a:xfrm>
          <a:prstGeom prst="ellipse">
            <a:avLst/>
          </a:prstGeom>
          <a:solidFill>
            <a:schemeClr val="accent1"/>
          </a:solidFill>
          <a:ln>
            <a:solidFill>
              <a:schemeClr val="accent1"/>
            </a:solidFill>
          </a:ln>
        </p:spPr>
        <p:txBody>
          <a:bodyPr lIns="45719" rIns="45719"/>
          <a:lstStyle/>
          <a:p>
            <a:pPr/>
          </a:p>
        </p:txBody>
      </p:sp>
      <p:sp>
        <p:nvSpPr>
          <p:cNvPr id="697" name="tracker"/>
          <p:cNvSpPr/>
          <p:nvPr/>
        </p:nvSpPr>
        <p:spPr>
          <a:xfrm>
            <a:off x="7132319" y="6437376"/>
            <a:ext cx="118873" cy="118873"/>
          </a:xfrm>
          <a:prstGeom prst="ellipse">
            <a:avLst/>
          </a:prstGeom>
          <a:solidFill>
            <a:schemeClr val="accent1"/>
          </a:solidFill>
          <a:ln>
            <a:solidFill>
              <a:schemeClr val="accent1"/>
            </a:solidFill>
          </a:ln>
        </p:spPr>
        <p:txBody>
          <a:bodyPr lIns="45719" rIns="45719"/>
          <a:lstStyle/>
          <a:p>
            <a:pPr/>
          </a:p>
        </p:txBody>
      </p:sp>
      <p:sp>
        <p:nvSpPr>
          <p:cNvPr id="698" name="Text 33"/>
          <p:cNvSpPr txBox="1"/>
          <p:nvPr/>
        </p:nvSpPr>
        <p:spPr>
          <a:xfrm>
            <a:off x="7452359" y="6426961"/>
            <a:ext cx="731521"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chemeClr val="accent1"/>
                </a:solidFill>
                <a:latin typeface="Pretendard Bold"/>
                <a:ea typeface="Pretendard Bold"/>
                <a:cs typeface="Pretendard Bold"/>
                <a:sym typeface="Pretendard Bold"/>
              </a:defRPr>
            </a:lvl1pPr>
          </a:lstStyle>
          <a:p>
            <a:pPr/>
            <a:r>
              <a:t>9 / 9</a:t>
            </a:r>
          </a:p>
        </p:txBody>
      </p:sp>
      <p:sp>
        <p:nvSpPr>
          <p:cNvPr id="699" name="Slide Number Placeholder 0"/>
          <p:cNvSpPr txBox="1"/>
          <p:nvPr>
            <p:ph type="sldNum" sz="quarter" idx="4294967295"/>
          </p:nvPr>
        </p:nvSpPr>
        <p:spPr>
          <a:xfrm>
            <a:off x="11422988" y="6355079"/>
            <a:ext cx="217324"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03"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가이드</a:t>
            </a:r>
          </a:p>
        </p:txBody>
      </p:sp>
      <p:sp>
        <p:nvSpPr>
          <p:cNvPr id="704"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06  </a:t>
            </a:r>
            <a:r>
              <a:rPr>
                <a:latin typeface="+mn-lt"/>
                <a:ea typeface="+mn-ea"/>
                <a:cs typeface="+mn-cs"/>
                <a:sym typeface="Helvetica"/>
              </a:rPr>
              <a:t>막혔을 때</a:t>
            </a:r>
          </a:p>
        </p:txBody>
      </p:sp>
      <p:sp>
        <p:nvSpPr>
          <p:cNvPr id="705" name="Text 1"/>
          <p:cNvSpPr txBox="1"/>
          <p:nvPr>
            <p:ph type="title"/>
          </p:nvPr>
        </p:nvSpPr>
        <p:spPr>
          <a:xfrm>
            <a:off x="548640" y="676655"/>
            <a:ext cx="11091672" cy="658369"/>
          </a:xfrm>
          <a:prstGeom prst="rect">
            <a:avLst/>
          </a:prstGeom>
        </p:spPr>
        <p:txBody>
          <a:bodyPr lIns="0" tIns="0" rIns="0" bIns="0" anchor="ctr"/>
          <a:lstStyle>
            <a:lvl1pPr>
              <a:defRPr b="1">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점검표의 ❌마다 할 일이 정해져 있습니다</a:t>
            </a:r>
          </a:p>
        </p:txBody>
      </p:sp>
      <p:sp>
        <p:nvSpPr>
          <p:cNvPr id="706"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평소에는 </a:t>
            </a:r>
            <a:r>
              <a:t>Claude</a:t>
            </a:r>
            <a:r>
              <a:rPr>
                <a:latin typeface="+mn-lt"/>
                <a:ea typeface="+mn-ea"/>
                <a:cs typeface="+mn-cs"/>
                <a:sym typeface="Helvetica"/>
              </a:rPr>
              <a:t>를 켤 때 문제가 있으면 「⚠️ </a:t>
            </a:r>
            <a:r>
              <a:t>CdBd </a:t>
            </a:r>
            <a:r>
              <a:rPr>
                <a:latin typeface="+mn-lt"/>
                <a:ea typeface="+mn-ea"/>
                <a:cs typeface="+mn-cs"/>
                <a:sym typeface="Helvetica"/>
              </a:rPr>
              <a:t>셋업 점검</a:t>
            </a:r>
            <a:r>
              <a:t>: …</a:t>
            </a:r>
            <a:r>
              <a:rPr>
                <a:latin typeface="+mn-lt"/>
                <a:ea typeface="+mn-ea"/>
                <a:cs typeface="+mn-cs"/>
                <a:sym typeface="Helvetica"/>
              </a:rPr>
              <a:t>」 한 줄로 알려 줍니다</a:t>
            </a:r>
            <a:r>
              <a:t>.</a:t>
            </a:r>
          </a:p>
        </p:txBody>
      </p:sp>
      <p:graphicFrame>
        <p:nvGraphicFramePr>
          <p:cNvPr id="707" name="Table 0"/>
          <p:cNvGraphicFramePr/>
          <p:nvPr/>
        </p:nvGraphicFramePr>
        <p:xfrm>
          <a:off x="548640" y="1920239"/>
          <a:ext cx="11091672" cy="411480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3291840"/>
                <a:gridCol w="3108960"/>
                <a:gridCol w="4690872"/>
              </a:tblGrid>
              <a:tr h="457200">
                <a:tc>
                  <a:txBody>
                    <a:bodyPr/>
                    <a:lstStyle/>
                    <a:p>
                      <a:pPr algn="l">
                        <a:defRPr sz="1100">
                          <a:solidFill>
                            <a:schemeClr val="accent2">
                              <a:hueOff val="-15247060"/>
                              <a:satOff val="-68000"/>
                              <a:lumOff val="4901"/>
                            </a:schemeClr>
                          </a:solidFill>
                          <a:latin typeface="Pretendard Bold"/>
                          <a:ea typeface="Pretendard Bold"/>
                          <a:cs typeface="Pretendard Bold"/>
                          <a:sym typeface="Pretendard Bold"/>
                        </a:defRPr>
                      </a:pPr>
                      <a:r>
                        <a:rPr b="1">
                          <a:latin typeface="+mn-lt"/>
                          <a:ea typeface="+mn-ea"/>
                          <a:cs typeface="+mn-cs"/>
                          <a:sym typeface="Helvetica"/>
                        </a:rPr>
                        <a:t>점검표에 이렇게 나오면</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solidFill>
                      <a:srgbClr val="1D1D1F"/>
                    </a:solidFill>
                  </a:tcPr>
                </a:tc>
                <a:tc>
                  <a:txBody>
                    <a:bodyPr/>
                    <a:lstStyle/>
                    <a:p>
                      <a:pPr algn="l">
                        <a:defRPr sz="1100">
                          <a:solidFill>
                            <a:schemeClr val="accent2">
                              <a:hueOff val="-15247060"/>
                              <a:satOff val="-68000"/>
                              <a:lumOff val="4901"/>
                            </a:schemeClr>
                          </a:solidFill>
                          <a:latin typeface="Pretendard Bold"/>
                          <a:ea typeface="Pretendard Bold"/>
                          <a:cs typeface="Pretendard Bold"/>
                          <a:sym typeface="Pretendard Bold"/>
                        </a:defRPr>
                      </a:pPr>
                      <a:r>
                        <a:rPr b="1">
                          <a:latin typeface="+mn-lt"/>
                          <a:ea typeface="+mn-ea"/>
                          <a:cs typeface="+mn-cs"/>
                          <a:sym typeface="Helvetica"/>
                        </a:rPr>
                        <a:t>이유</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solidFill>
                      <a:srgbClr val="1D1D1F"/>
                    </a:solidFill>
                  </a:tcPr>
                </a:tc>
                <a:tc>
                  <a:txBody>
                    <a:bodyPr/>
                    <a:lstStyle/>
                    <a:p>
                      <a:pPr algn="l">
                        <a:defRPr sz="1100">
                          <a:solidFill>
                            <a:schemeClr val="accent2">
                              <a:hueOff val="-15247060"/>
                              <a:satOff val="-68000"/>
                              <a:lumOff val="4901"/>
                            </a:schemeClr>
                          </a:solidFill>
                          <a:latin typeface="Pretendard Bold"/>
                          <a:ea typeface="Pretendard Bold"/>
                          <a:cs typeface="Pretendard Bold"/>
                          <a:sym typeface="Pretendard Bold"/>
                        </a:defRPr>
                      </a:pPr>
                      <a:r>
                        <a:rPr b="1">
                          <a:latin typeface="+mn-lt"/>
                          <a:ea typeface="+mn-ea"/>
                          <a:cs typeface="+mn-cs"/>
                          <a:sym typeface="Helvetica"/>
                        </a:rPr>
                        <a:t>이렇게 하세요</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solidFill>
                      <a:srgbClr val="1D1D1F"/>
                    </a:solidFill>
                  </a:tcPr>
                </a:tc>
              </a:tr>
              <a:tr h="457200">
                <a:tc>
                  <a:txBody>
                    <a:bodyPr/>
                    <a:lstStyle/>
                    <a:p>
                      <a:pPr algn="l">
                        <a:defRPr sz="1300"/>
                      </a:pPr>
                      <a:r>
                        <a:rPr>
                          <a:latin typeface="+mn-lt"/>
                          <a:ea typeface="+mn-ea"/>
                          <a:cs typeface="+mn-cs"/>
                          <a:sym typeface="Helvetica"/>
                        </a:rPr>
                        <a:t>저장소 「</a:t>
                      </a:r>
                      <a:r>
                        <a:t>N</a:t>
                      </a:r>
                      <a:r>
                        <a:rPr>
                          <a:latin typeface="+mn-lt"/>
                          <a:ea typeface="+mn-ea"/>
                          <a:cs typeface="+mn-cs"/>
                          <a:sym typeface="Helvetica"/>
                        </a:rPr>
                        <a:t>개 뒤처짐」</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rPr>
                          <a:latin typeface="+mn-lt"/>
                          <a:ea typeface="+mn-ea"/>
                          <a:cs typeface="+mn-cs"/>
                          <a:sym typeface="Helvetica"/>
                        </a:rPr>
                        <a:t>최근 변경을 안 받음</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800">
                          <a:solidFill>
                            <a:srgbClr val="000000"/>
                          </a:solidFill>
                        </a:defRPr>
                      </a:pPr>
                      <a:r>
                        <a:rPr sz="1100">
                          <a:solidFill>
                            <a:srgbClr val="1D1D1F"/>
                          </a:solidFill>
                          <a:latin typeface="Menlo Regular"/>
                          <a:ea typeface="Menlo Regular"/>
                          <a:cs typeface="Menlo Regular"/>
                          <a:sym typeface="Menlo Regular"/>
                        </a:rPr>
                        <a:t>bash ~/Documents/GitHub/design/tools/cdbd-sync.sh</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r>
              <a:tr h="457200">
                <a:tc>
                  <a:txBody>
                    <a:bodyPr/>
                    <a:lstStyle/>
                    <a:p>
                      <a:pPr algn="l">
                        <a:defRPr sz="1300"/>
                      </a:pPr>
                      <a:r>
                        <a:rPr>
                          <a:latin typeface="+mn-lt"/>
                          <a:ea typeface="+mn-ea"/>
                          <a:cs typeface="+mn-cs"/>
                          <a:sym typeface="Helvetica"/>
                        </a:rPr>
                        <a:t>저장소 「갈라짐」 </a:t>
                      </a:r>
                      <a:r>
                        <a:t>· </a:t>
                      </a:r>
                      <a:r>
                        <a:rPr>
                          <a:latin typeface="+mn-lt"/>
                          <a:ea typeface="+mn-ea"/>
                          <a:cs typeface="+mn-cs"/>
                          <a:sym typeface="Helvetica"/>
                        </a:rPr>
                        <a:t>「미커밋」</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rPr>
                          <a:latin typeface="+mn-lt"/>
                          <a:ea typeface="+mn-ea"/>
                          <a:cs typeface="+mn-cs"/>
                          <a:sym typeface="Helvetica"/>
                        </a:rPr>
                        <a:t>내 맥에만 있는 변경</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rPr>
                          <a:latin typeface="+mn-lt"/>
                          <a:ea typeface="+mn-ea"/>
                          <a:cs typeface="+mn-cs"/>
                          <a:sym typeface="Helvetica"/>
                        </a:rPr>
                        <a:t>담당자와 함께 확인 </a:t>
                      </a:r>
                      <a:r>
                        <a:t>(sync</a:t>
                      </a:r>
                      <a:r>
                        <a:rPr>
                          <a:latin typeface="+mn-lt"/>
                          <a:ea typeface="+mn-ea"/>
                          <a:cs typeface="+mn-cs"/>
                          <a:sym typeface="Helvetica"/>
                        </a:rPr>
                        <a:t>는 안전하게 건너뜀</a:t>
                      </a:r>
                      <a:r>
                        <a:t>)</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r>
              <a:tr h="457200">
                <a:tc>
                  <a:txBody>
                    <a:bodyPr/>
                    <a:lstStyle/>
                    <a:p>
                      <a:pPr algn="l">
                        <a:defRPr sz="1300"/>
                      </a:pPr>
                      <a:r>
                        <a:rPr>
                          <a:latin typeface="+mn-lt"/>
                          <a:ea typeface="+mn-ea"/>
                          <a:cs typeface="+mn-cs"/>
                          <a:sym typeface="Helvetica"/>
                        </a:rPr>
                        <a:t>링크 「없음</a:t>
                      </a:r>
                      <a:r>
                        <a:t>/</a:t>
                      </a:r>
                      <a:r>
                        <a:rPr>
                          <a:latin typeface="+mn-lt"/>
                          <a:ea typeface="+mn-ea"/>
                          <a:cs typeface="+mn-cs"/>
                          <a:sym typeface="Helvetica"/>
                        </a:rPr>
                        <a:t>깨짐」 </a:t>
                      </a:r>
                      <a:r>
                        <a:t>· </a:t>
                      </a:r>
                      <a:r>
                        <a:rPr>
                          <a:latin typeface="+mn-lt"/>
                          <a:ea typeface="+mn-ea"/>
                          <a:cs typeface="+mn-cs"/>
                          <a:sym typeface="Helvetica"/>
                        </a:rPr>
                        <a:t>「옛 사본」</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rPr>
                          <a:latin typeface="+mn-lt"/>
                          <a:ea typeface="+mn-ea"/>
                          <a:cs typeface="+mn-cs"/>
                          <a:sym typeface="Helvetica"/>
                        </a:rPr>
                        <a:t>셋업 전이거나 옛 파일이 남음</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t>STEP 4 </a:t>
                      </a:r>
                      <a:r>
                        <a:rPr>
                          <a:latin typeface="+mn-lt"/>
                          <a:ea typeface="+mn-ea"/>
                          <a:cs typeface="+mn-cs"/>
                          <a:sym typeface="Helvetica"/>
                        </a:rPr>
                        <a:t>다시</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r>
              <a:tr h="457200">
                <a:tc>
                  <a:txBody>
                    <a:bodyPr/>
                    <a:lstStyle/>
                    <a:p>
                      <a:pPr algn="l">
                        <a:defRPr sz="1300"/>
                      </a:pPr>
                      <a:r>
                        <a:rPr>
                          <a:latin typeface="+mn-lt"/>
                          <a:ea typeface="+mn-ea"/>
                          <a:cs typeface="+mn-cs"/>
                          <a:sym typeface="Helvetica"/>
                        </a:rPr>
                        <a:t>폴더 신뢰 「미승인」</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rPr>
                          <a:latin typeface="+mn-lt"/>
                          <a:ea typeface="+mn-ea"/>
                          <a:cs typeface="+mn-cs"/>
                          <a:sym typeface="Helvetica"/>
                        </a:rPr>
                        <a:t>그 볼트에서 </a:t>
                      </a:r>
                      <a:r>
                        <a:t>Claude</a:t>
                      </a:r>
                      <a:r>
                        <a:rPr>
                          <a:latin typeface="+mn-lt"/>
                          <a:ea typeface="+mn-ea"/>
                          <a:cs typeface="+mn-cs"/>
                          <a:sym typeface="Helvetica"/>
                        </a:rPr>
                        <a:t>를 안 켬</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t>STEP 6 — </a:t>
                      </a:r>
                      <a:r>
                        <a:rPr>
                          <a:latin typeface="+mn-lt"/>
                          <a:ea typeface="+mn-ea"/>
                          <a:cs typeface="+mn-cs"/>
                          <a:sym typeface="Helvetica"/>
                        </a:rPr>
                        <a:t>그 줄만 다시</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r>
              <a:tr h="457200">
                <a:tc>
                  <a:txBody>
                    <a:bodyPr/>
                    <a:lstStyle/>
                    <a:p>
                      <a:pPr algn="l">
                        <a:defRPr sz="1300"/>
                      </a:pPr>
                      <a:r>
                        <a:t>Claudian </a:t>
                      </a:r>
                      <a:r>
                        <a:rPr>
                          <a:latin typeface="+mn-lt"/>
                          <a:ea typeface="+mn-ea"/>
                          <a:cs typeface="+mn-cs"/>
                          <a:sym typeface="Helvetica"/>
                        </a:rPr>
                        <a:t>「꺼짐」</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rPr>
                          <a:latin typeface="+mn-lt"/>
                          <a:ea typeface="+mn-ea"/>
                          <a:cs typeface="+mn-cs"/>
                          <a:sym typeface="Helvetica"/>
                        </a:rPr>
                        <a:t>「사용자 설정 불러오기」 </a:t>
                      </a:r>
                      <a:r>
                        <a:t>OFF</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t>STEP 2 — Claudian </a:t>
                      </a:r>
                      <a:r>
                        <a:rPr>
                          <a:latin typeface="+mn-lt"/>
                          <a:ea typeface="+mn-ea"/>
                          <a:cs typeface="+mn-cs"/>
                          <a:sym typeface="Helvetica"/>
                        </a:rPr>
                        <a:t>설정에서 켜기</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r>
              <a:tr h="457200">
                <a:tc>
                  <a:txBody>
                    <a:bodyPr/>
                    <a:lstStyle/>
                    <a:p>
                      <a:pPr algn="l">
                        <a:defRPr sz="1300"/>
                      </a:pPr>
                      <a:r>
                        <a:t>cdbd.env </a:t>
                      </a:r>
                      <a:r>
                        <a:rPr>
                          <a:latin typeface="+mn-lt"/>
                          <a:ea typeface="+mn-ea"/>
                          <a:cs typeface="+mn-cs"/>
                          <a:sym typeface="Helvetica"/>
                        </a:rPr>
                        <a:t>「빈 키」</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t>STEP 5 </a:t>
                      </a:r>
                      <a:r>
                        <a:rPr>
                          <a:latin typeface="+mn-lt"/>
                          <a:ea typeface="+mn-ea"/>
                          <a:cs typeface="+mn-cs"/>
                          <a:sym typeface="Helvetica"/>
                        </a:rPr>
                        <a:t>미완료</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800">
                          <a:solidFill>
                            <a:srgbClr val="000000"/>
                          </a:solidFill>
                        </a:defRPr>
                      </a:pPr>
                      <a:r>
                        <a:rPr sz="1300">
                          <a:solidFill>
                            <a:srgbClr val="1D1D1F"/>
                          </a:solidFill>
                        </a:rPr>
                        <a:t>STEP 5 → STEP 4</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r>
              <a:tr h="457200">
                <a:tc>
                  <a:txBody>
                    <a:bodyPr/>
                    <a:lstStyle/>
                    <a:p>
                      <a:pPr algn="l">
                        <a:defRPr sz="1300"/>
                      </a:pPr>
                      <a:r>
                        <a:rPr>
                          <a:latin typeface="+mn-lt"/>
                          <a:ea typeface="+mn-ea"/>
                          <a:cs typeface="+mn-cs"/>
                          <a:sym typeface="Helvetica"/>
                        </a:rPr>
                        <a:t>인증 실패 </a:t>
                      </a:r>
                      <a:r>
                        <a:t>· </a:t>
                      </a:r>
                      <a:r>
                        <a:rPr>
                          <a:latin typeface="+mn-lt"/>
                          <a:ea typeface="+mn-ea"/>
                          <a:cs typeface="+mn-cs"/>
                          <a:sym typeface="Helvetica"/>
                        </a:rPr>
                        <a:t>「재로그인 거부」</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rPr>
                          <a:latin typeface="+mn-lt"/>
                          <a:ea typeface="+mn-ea"/>
                          <a:cs typeface="+mn-cs"/>
                          <a:sym typeface="Helvetica"/>
                        </a:rPr>
                        <a:t>공용 계정 비밀번호가 바뀜</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t>cdbd.env</a:t>
                      </a:r>
                      <a:r>
                        <a:rPr>
                          <a:latin typeface="+mn-lt"/>
                          <a:ea typeface="+mn-ea"/>
                          <a:cs typeface="+mn-cs"/>
                          <a:sym typeface="Helvetica"/>
                        </a:rPr>
                        <a:t>의 비밀번호만 새로 </a:t>
                      </a:r>
                      <a:r>
                        <a:t>(</a:t>
                      </a:r>
                      <a:r>
                        <a:rPr>
                          <a:latin typeface="+mn-lt"/>
                          <a:ea typeface="+mn-ea"/>
                          <a:cs typeface="+mn-cs"/>
                          <a:sym typeface="Helvetica"/>
                        </a:rPr>
                        <a:t>모든 맥 공통</a:t>
                      </a:r>
                      <a:r>
                        <a:t>)</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r>
              <a:tr h="457200">
                <a:tc>
                  <a:txBody>
                    <a:bodyPr/>
                    <a:lstStyle/>
                    <a:p>
                      <a:pPr algn="l">
                        <a:defRPr sz="1300"/>
                      </a:pPr>
                      <a:r>
                        <a:t>gstack </a:t>
                      </a:r>
                      <a:r>
                        <a:rPr>
                          <a:latin typeface="+mn-lt"/>
                          <a:ea typeface="+mn-ea"/>
                          <a:cs typeface="+mn-cs"/>
                          <a:sym typeface="Helvetica"/>
                        </a:rPr>
                        <a:t>없음 </a:t>
                      </a:r>
                      <a:r>
                        <a:t>· browse </a:t>
                      </a:r>
                      <a:r>
                        <a:rPr>
                          <a:latin typeface="+mn-lt"/>
                          <a:ea typeface="+mn-ea"/>
                          <a:cs typeface="+mn-cs"/>
                          <a:sym typeface="Helvetica"/>
                        </a:rPr>
                        <a:t>실패</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t>STEP 3 </a:t>
                      </a:r>
                      <a:r>
                        <a:rPr>
                          <a:latin typeface="+mn-lt"/>
                          <a:ea typeface="+mn-ea"/>
                          <a:cs typeface="+mn-cs"/>
                          <a:sym typeface="Helvetica"/>
                        </a:rPr>
                        <a:t>미완료 </a:t>
                      </a:r>
                      <a:r>
                        <a:t>· </a:t>
                      </a:r>
                      <a:r>
                        <a:rPr>
                          <a:latin typeface="+mn-lt"/>
                          <a:ea typeface="+mn-ea"/>
                          <a:cs typeface="+mn-cs"/>
                          <a:sym typeface="Helvetica"/>
                        </a:rPr>
                        <a:t>빌드 문제</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c>
                  <a:txBody>
                    <a:bodyPr/>
                    <a:lstStyle/>
                    <a:p>
                      <a:pPr algn="l">
                        <a:defRPr sz="1300"/>
                      </a:pPr>
                      <a:r>
                        <a:t>STEP 3 </a:t>
                      </a:r>
                      <a:r>
                        <a:rPr>
                          <a:latin typeface="+mn-lt"/>
                          <a:ea typeface="+mn-ea"/>
                          <a:cs typeface="+mn-cs"/>
                          <a:sym typeface="Helvetica"/>
                        </a:rPr>
                        <a:t>다시</a:t>
                      </a:r>
                    </a:p>
                  </a:txBody>
                  <a:tcPr marL="54864" marR="54864" marT="54864" marB="54864" anchor="ctr" anchorCtr="0" horzOverflow="overflow">
                    <a:lnL>
                      <a:solidFill>
                        <a:srgbClr val="E3E3EA"/>
                      </a:solidFill>
                    </a:lnL>
                    <a:lnR>
                      <a:solidFill>
                        <a:srgbClr val="E3E3EA"/>
                      </a:solidFill>
                    </a:lnR>
                    <a:lnT>
                      <a:solidFill>
                        <a:srgbClr val="E3E3EA"/>
                      </a:solidFill>
                    </a:lnT>
                    <a:lnB>
                      <a:solidFill>
                        <a:srgbClr val="E3E3EA"/>
                      </a:solidFill>
                    </a:lnB>
                    <a:noFill/>
                  </a:tcPr>
                </a:tc>
              </a:tr>
            </a:tbl>
          </a:graphicData>
        </a:graphic>
      </p:graphicFrame>
      <p:sp>
        <p:nvSpPr>
          <p:cNvPr id="708" name="Slide Number Placeholder 0"/>
          <p:cNvSpPr txBox="1"/>
          <p:nvPr>
            <p:ph type="sldNum" sz="quarter" idx="4294967295"/>
          </p:nvPr>
        </p:nvSpPr>
        <p:spPr>
          <a:xfrm>
            <a:off x="11416737" y="6355079"/>
            <a:ext cx="223575"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12" name="Text 1"/>
          <p:cNvSpPr txBox="1"/>
          <p:nvPr>
            <p:ph type="body" sz="quarter" idx="1"/>
          </p:nvPr>
        </p:nvSpPr>
        <p:spPr>
          <a:prstGeom prst="rect">
            <a:avLst/>
          </a:prstGeom>
        </p:spPr>
        <p:txBody>
          <a:bodyPr lIns="0" tIns="0" rIns="0" bIns="0"/>
          <a:lstStyle/>
          <a:p>
            <a:pPr/>
            <a:r>
              <a:t>PART 2 · </a:t>
            </a:r>
            <a:r>
              <a:rPr b="1">
                <a:latin typeface="+mn-lt"/>
                <a:ea typeface="+mn-ea"/>
                <a:cs typeface="+mn-cs"/>
                <a:sym typeface="Helvetica"/>
              </a:rPr>
              <a:t>팀원 셋업 가이드</a:t>
            </a:r>
          </a:p>
        </p:txBody>
      </p:sp>
      <p:sp>
        <p:nvSpPr>
          <p:cNvPr id="713"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06  </a:t>
            </a:r>
            <a:r>
              <a:rPr>
                <a:latin typeface="+mn-lt"/>
                <a:ea typeface="+mn-ea"/>
                <a:cs typeface="+mn-cs"/>
                <a:sym typeface="Helvetica"/>
              </a:rPr>
              <a:t>운영 규칙</a:t>
            </a:r>
          </a:p>
        </p:txBody>
      </p:sp>
      <p:sp>
        <p:nvSpPr>
          <p:cNvPr id="714" name="Text 1"/>
          <p:cNvSpPr txBox="1"/>
          <p:nvPr>
            <p:ph type="title"/>
          </p:nvPr>
        </p:nvSpPr>
        <p:spPr>
          <a:xfrm>
            <a:off x="548640" y="676655"/>
            <a:ext cx="11091672" cy="658369"/>
          </a:xfrm>
          <a:prstGeom prst="rect">
            <a:avLst/>
          </a:prstGeom>
        </p:spPr>
        <p:txBody>
          <a:bodyPr lIns="0" tIns="0" rIns="0" bIns="0" anchor="ctr"/>
          <a:lstStyle/>
          <a:p>
            <a:pPr/>
            <a:r>
              <a:rPr b="1">
                <a:latin typeface="+mn-lt"/>
                <a:ea typeface="+mn-ea"/>
                <a:cs typeface="+mn-cs"/>
                <a:sym typeface="Helvetica"/>
              </a:rPr>
              <a:t>계정 하나를 모두가 씁니다 </a:t>
            </a:r>
            <a:r>
              <a:t>— </a:t>
            </a:r>
            <a:r>
              <a:rPr b="1">
                <a:latin typeface="+mn-lt"/>
                <a:ea typeface="+mn-ea"/>
                <a:cs typeface="+mn-cs"/>
                <a:sym typeface="Helvetica"/>
              </a:rPr>
              <a:t>세 가지만 지켜 주세요</a:t>
            </a:r>
          </a:p>
        </p:txBody>
      </p:sp>
      <p:sp>
        <p:nvSpPr>
          <p:cNvPr id="715"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t>Claude</a:t>
            </a:r>
            <a:r>
              <a:rPr>
                <a:latin typeface="+mn-lt"/>
                <a:ea typeface="+mn-ea"/>
                <a:cs typeface="+mn-cs"/>
                <a:sym typeface="Helvetica"/>
              </a:rPr>
              <a:t>도 이 규칙대로 움직이도록 설정돼 있습니다</a:t>
            </a:r>
            <a:r>
              <a:t>.</a:t>
            </a:r>
          </a:p>
        </p:txBody>
      </p:sp>
      <p:sp>
        <p:nvSpPr>
          <p:cNvPr id="716" name="rule3-card"/>
          <p:cNvSpPr/>
          <p:nvPr/>
        </p:nvSpPr>
        <p:spPr>
          <a:xfrm>
            <a:off x="548640" y="1920239"/>
            <a:ext cx="3511297" cy="4160522"/>
          </a:xfrm>
          <a:prstGeom prst="roundRect">
            <a:avLst>
              <a:gd name="adj" fmla="val 3125"/>
            </a:avLst>
          </a:prstGeom>
          <a:solidFill>
            <a:srgbClr val="F5F5F7"/>
          </a:solidFill>
          <a:ln w="12700">
            <a:miter lim="400000"/>
          </a:ln>
        </p:spPr>
        <p:txBody>
          <a:bodyPr lIns="45719" rIns="45719"/>
          <a:lstStyle/>
          <a:p>
            <a:pPr/>
          </a:p>
        </p:txBody>
      </p:sp>
      <p:sp>
        <p:nvSpPr>
          <p:cNvPr id="717" name="rule3-circle"/>
          <p:cNvSpPr/>
          <p:nvPr/>
        </p:nvSpPr>
        <p:spPr>
          <a:xfrm>
            <a:off x="822960" y="2194560"/>
            <a:ext cx="731521" cy="731521"/>
          </a:xfrm>
          <a:prstGeom prst="ellipse">
            <a:avLst/>
          </a:prstGeom>
          <a:solidFill>
            <a:schemeClr val="accent2"/>
          </a:solidFill>
          <a:ln w="12700">
            <a:miter lim="400000"/>
          </a:ln>
        </p:spPr>
        <p:txBody>
          <a:bodyPr lIns="45719" rIns="45719"/>
          <a:lstStyle/>
          <a:p>
            <a:pPr/>
          </a:p>
        </p:txBody>
      </p:sp>
      <p:pic>
        <p:nvPicPr>
          <p:cNvPr id="718" name="rule3-icon" descr="rule3-icon"/>
          <p:cNvPicPr>
            <a:picLocks noChangeAspect="1"/>
          </p:cNvPicPr>
          <p:nvPr/>
        </p:nvPicPr>
        <p:blipFill>
          <a:blip r:embed="rId3">
            <a:extLst/>
          </a:blip>
          <a:stretch>
            <a:fillRect/>
          </a:stretch>
        </p:blipFill>
        <p:spPr>
          <a:xfrm>
            <a:off x="1005839" y="2377439"/>
            <a:ext cx="365761" cy="365761"/>
          </a:xfrm>
          <a:prstGeom prst="rect">
            <a:avLst/>
          </a:prstGeom>
          <a:ln w="12700">
            <a:miter lim="400000"/>
          </a:ln>
        </p:spPr>
      </p:pic>
      <p:sp>
        <p:nvSpPr>
          <p:cNvPr id="719" name="Text 6"/>
          <p:cNvSpPr txBox="1"/>
          <p:nvPr/>
        </p:nvSpPr>
        <p:spPr>
          <a:xfrm>
            <a:off x="822960" y="3154679"/>
            <a:ext cx="2962657" cy="29540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돈이 드는 일은 먼저 묻는다</a:t>
            </a:r>
          </a:p>
        </p:txBody>
      </p:sp>
      <p:sp>
        <p:nvSpPr>
          <p:cNvPr id="720" name="Text 7"/>
          <p:cNvSpPr txBox="1"/>
          <p:nvPr/>
        </p:nvSpPr>
        <p:spPr>
          <a:xfrm>
            <a:off x="822960" y="3977640"/>
            <a:ext cx="2962657" cy="4295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rPr>
                <a:latin typeface="+mn-lt"/>
                <a:ea typeface="+mn-ea"/>
                <a:cs typeface="+mn-cs"/>
                <a:sym typeface="Helvetica"/>
              </a:rPr>
              <a:t>게시 </a:t>
            </a:r>
            <a:r>
              <a:t>· URL </a:t>
            </a:r>
            <a:r>
              <a:rPr>
                <a:latin typeface="+mn-lt"/>
                <a:ea typeface="+mn-ea"/>
                <a:cs typeface="+mn-cs"/>
                <a:sym typeface="Helvetica"/>
              </a:rPr>
              <a:t>생성</a:t>
            </a:r>
            <a:r>
              <a:t>/</a:t>
            </a:r>
            <a:r>
              <a:rPr>
                <a:latin typeface="+mn-lt"/>
                <a:ea typeface="+mn-ea"/>
                <a:cs typeface="+mn-cs"/>
                <a:sym typeface="Helvetica"/>
              </a:rPr>
              <a:t>연장 </a:t>
            </a:r>
            <a:r>
              <a:t>· </a:t>
            </a:r>
            <a:r>
              <a:rPr>
                <a:latin typeface="+mn-lt"/>
                <a:ea typeface="+mn-ea"/>
                <a:cs typeface="+mn-cs"/>
                <a:sym typeface="Helvetica"/>
              </a:rPr>
              <a:t>개별 </a:t>
            </a:r>
            <a:r>
              <a:t>URL · </a:t>
            </a:r>
            <a:r>
              <a:rPr>
                <a:latin typeface="+mn-lt"/>
                <a:ea typeface="+mn-ea"/>
                <a:cs typeface="+mn-cs"/>
                <a:sym typeface="Helvetica"/>
              </a:rPr>
              <a:t>주소 변경 </a:t>
            </a:r>
            <a:r>
              <a:t>· </a:t>
            </a:r>
            <a:r>
              <a:rPr>
                <a:latin typeface="+mn-lt"/>
                <a:ea typeface="+mn-ea"/>
                <a:cs typeface="+mn-cs"/>
                <a:sym typeface="Helvetica"/>
              </a:rPr>
              <a:t>팀원 초대 </a:t>
            </a:r>
            <a:r>
              <a:t>· </a:t>
            </a:r>
            <a:r>
              <a:rPr>
                <a:latin typeface="+mn-lt"/>
                <a:ea typeface="+mn-ea"/>
                <a:cs typeface="+mn-cs"/>
                <a:sym typeface="Helvetica"/>
              </a:rPr>
              <a:t>예약 카드 </a:t>
            </a:r>
            <a:r>
              <a:t>· </a:t>
            </a:r>
            <a:r>
              <a:rPr>
                <a:latin typeface="+mn-lt"/>
                <a:ea typeface="+mn-ea"/>
                <a:cs typeface="+mn-cs"/>
                <a:sym typeface="Helvetica"/>
              </a:rPr>
              <a:t>충전</a:t>
            </a:r>
          </a:p>
        </p:txBody>
      </p:sp>
      <p:sp>
        <p:nvSpPr>
          <p:cNvPr id="721" name="Text 8"/>
          <p:cNvSpPr txBox="1"/>
          <p:nvPr/>
        </p:nvSpPr>
        <p:spPr>
          <a:xfrm>
            <a:off x="822960" y="4892040"/>
            <a:ext cx="2962657"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6E6E73"/>
                </a:solidFill>
              </a:defRPr>
            </a:pPr>
            <a:r>
              <a:rPr>
                <a:latin typeface="+mn-lt"/>
                <a:ea typeface="+mn-ea"/>
                <a:cs typeface="+mn-cs"/>
                <a:sym typeface="Helvetica"/>
              </a:rPr>
              <a:t>크레딧이 모두의 것 </a:t>
            </a:r>
            <a:r>
              <a:t>— Claude</a:t>
            </a:r>
            <a:r>
              <a:rPr>
                <a:latin typeface="+mn-lt"/>
                <a:ea typeface="+mn-ea"/>
                <a:cs typeface="+mn-cs"/>
                <a:sym typeface="Helvetica"/>
              </a:rPr>
              <a:t>가 실행 전에 금액을 말하고 확인을 받습니다</a:t>
            </a:r>
          </a:p>
        </p:txBody>
      </p:sp>
      <p:sp>
        <p:nvSpPr>
          <p:cNvPr id="722" name="rule3-card"/>
          <p:cNvSpPr/>
          <p:nvPr/>
        </p:nvSpPr>
        <p:spPr>
          <a:xfrm>
            <a:off x="4338828" y="1920239"/>
            <a:ext cx="3511297" cy="4160522"/>
          </a:xfrm>
          <a:prstGeom prst="roundRect">
            <a:avLst>
              <a:gd name="adj" fmla="val 3125"/>
            </a:avLst>
          </a:prstGeom>
          <a:solidFill>
            <a:srgbClr val="F5F5F7"/>
          </a:solidFill>
          <a:ln w="12700">
            <a:miter lim="400000"/>
          </a:ln>
        </p:spPr>
        <p:txBody>
          <a:bodyPr lIns="45719" rIns="45719"/>
          <a:lstStyle/>
          <a:p>
            <a:pPr/>
          </a:p>
        </p:txBody>
      </p:sp>
      <p:sp>
        <p:nvSpPr>
          <p:cNvPr id="723" name="rule3-circle"/>
          <p:cNvSpPr/>
          <p:nvPr/>
        </p:nvSpPr>
        <p:spPr>
          <a:xfrm>
            <a:off x="4613147" y="2194560"/>
            <a:ext cx="731521" cy="731521"/>
          </a:xfrm>
          <a:prstGeom prst="ellipse">
            <a:avLst/>
          </a:prstGeom>
          <a:solidFill>
            <a:schemeClr val="accent2"/>
          </a:solidFill>
          <a:ln w="12700">
            <a:miter lim="400000"/>
          </a:ln>
        </p:spPr>
        <p:txBody>
          <a:bodyPr lIns="45719" rIns="45719"/>
          <a:lstStyle/>
          <a:p>
            <a:pPr/>
          </a:p>
        </p:txBody>
      </p:sp>
      <p:pic>
        <p:nvPicPr>
          <p:cNvPr id="724" name="rule3-icon" descr="rule3-icon"/>
          <p:cNvPicPr>
            <a:picLocks noChangeAspect="1"/>
          </p:cNvPicPr>
          <p:nvPr/>
        </p:nvPicPr>
        <p:blipFill>
          <a:blip r:embed="rId4">
            <a:extLst/>
          </a:blip>
          <a:stretch>
            <a:fillRect/>
          </a:stretch>
        </p:blipFill>
        <p:spPr>
          <a:xfrm>
            <a:off x="4796028" y="2377439"/>
            <a:ext cx="365761" cy="365761"/>
          </a:xfrm>
          <a:prstGeom prst="rect">
            <a:avLst/>
          </a:prstGeom>
          <a:ln w="12700">
            <a:miter lim="400000"/>
          </a:ln>
        </p:spPr>
      </p:pic>
      <p:sp>
        <p:nvSpPr>
          <p:cNvPr id="725" name="Text 11"/>
          <p:cNvSpPr txBox="1"/>
          <p:nvPr/>
        </p:nvSpPr>
        <p:spPr>
          <a:xfrm>
            <a:off x="4613147" y="3154679"/>
            <a:ext cx="2962657" cy="29540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연습은 내 테스트 페이지에서만</a:t>
            </a:r>
          </a:p>
        </p:txBody>
      </p:sp>
      <p:sp>
        <p:nvSpPr>
          <p:cNvPr id="726" name="Text 12"/>
          <p:cNvSpPr txBox="1"/>
          <p:nvPr/>
        </p:nvSpPr>
        <p:spPr>
          <a:xfrm>
            <a:off x="4613147" y="3977640"/>
            <a:ext cx="2962657" cy="214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남의 작업 페이지는 조작 전에 확인</a:t>
            </a:r>
          </a:p>
        </p:txBody>
      </p:sp>
      <p:sp>
        <p:nvSpPr>
          <p:cNvPr id="727" name="Text 13"/>
          <p:cNvSpPr txBox="1"/>
          <p:nvPr/>
        </p:nvSpPr>
        <p:spPr>
          <a:xfrm>
            <a:off x="4613147" y="4892040"/>
            <a:ext cx="2962657"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6E6E73"/>
                </a:solidFill>
              </a:defRPr>
            </a:pPr>
            <a:r>
              <a:rPr>
                <a:latin typeface="+mn-lt"/>
                <a:ea typeface="+mn-ea"/>
                <a:cs typeface="+mn-cs"/>
                <a:sym typeface="Helvetica"/>
              </a:rPr>
              <a:t>에디터는 자동 저장 </a:t>
            </a:r>
            <a:r>
              <a:t>— </a:t>
            </a:r>
            <a:r>
              <a:rPr>
                <a:latin typeface="+mn-lt"/>
                <a:ea typeface="+mn-ea"/>
                <a:cs typeface="+mn-cs"/>
                <a:sym typeface="Helvetica"/>
              </a:rPr>
              <a:t>둘이 같은 페이지를 만지면 서로 덮어씁니다</a:t>
            </a:r>
          </a:p>
        </p:txBody>
      </p:sp>
      <p:sp>
        <p:nvSpPr>
          <p:cNvPr id="728" name="rule3-card"/>
          <p:cNvSpPr/>
          <p:nvPr/>
        </p:nvSpPr>
        <p:spPr>
          <a:xfrm>
            <a:off x="8129016" y="1920239"/>
            <a:ext cx="3511297" cy="4160522"/>
          </a:xfrm>
          <a:prstGeom prst="roundRect">
            <a:avLst>
              <a:gd name="adj" fmla="val 3125"/>
            </a:avLst>
          </a:prstGeom>
          <a:solidFill>
            <a:srgbClr val="F5F5F7"/>
          </a:solidFill>
          <a:ln w="12700">
            <a:miter lim="400000"/>
          </a:ln>
        </p:spPr>
        <p:txBody>
          <a:bodyPr lIns="45719" rIns="45719"/>
          <a:lstStyle/>
          <a:p>
            <a:pPr/>
          </a:p>
        </p:txBody>
      </p:sp>
      <p:sp>
        <p:nvSpPr>
          <p:cNvPr id="729" name="rule3-circle"/>
          <p:cNvSpPr/>
          <p:nvPr/>
        </p:nvSpPr>
        <p:spPr>
          <a:xfrm>
            <a:off x="8403335" y="2194560"/>
            <a:ext cx="731521" cy="731521"/>
          </a:xfrm>
          <a:prstGeom prst="ellipse">
            <a:avLst/>
          </a:prstGeom>
          <a:solidFill>
            <a:schemeClr val="accent2"/>
          </a:solidFill>
          <a:ln w="12700">
            <a:miter lim="400000"/>
          </a:ln>
        </p:spPr>
        <p:txBody>
          <a:bodyPr lIns="45719" rIns="45719"/>
          <a:lstStyle/>
          <a:p>
            <a:pPr/>
          </a:p>
        </p:txBody>
      </p:sp>
      <p:pic>
        <p:nvPicPr>
          <p:cNvPr id="730" name="rule3-icon" descr="rule3-icon"/>
          <p:cNvPicPr>
            <a:picLocks noChangeAspect="1"/>
          </p:cNvPicPr>
          <p:nvPr/>
        </p:nvPicPr>
        <p:blipFill>
          <a:blip r:embed="rId5">
            <a:extLst/>
          </a:blip>
          <a:stretch>
            <a:fillRect/>
          </a:stretch>
        </p:blipFill>
        <p:spPr>
          <a:xfrm>
            <a:off x="8586216" y="2377439"/>
            <a:ext cx="365761" cy="365761"/>
          </a:xfrm>
          <a:prstGeom prst="rect">
            <a:avLst/>
          </a:prstGeom>
          <a:ln w="12700">
            <a:miter lim="400000"/>
          </a:ln>
        </p:spPr>
      </p:pic>
      <p:sp>
        <p:nvSpPr>
          <p:cNvPr id="731" name="Text 16"/>
          <p:cNvSpPr txBox="1"/>
          <p:nvPr/>
        </p:nvSpPr>
        <p:spPr>
          <a:xfrm>
            <a:off x="8403335" y="3154679"/>
            <a:ext cx="2962657" cy="29540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로그인 파일은 각자</a:t>
            </a:r>
          </a:p>
        </p:txBody>
      </p:sp>
      <p:sp>
        <p:nvSpPr>
          <p:cNvPr id="732" name="Text 17"/>
          <p:cNvSpPr txBox="1"/>
          <p:nvPr/>
        </p:nvSpPr>
        <p:spPr>
          <a:xfrm>
            <a:off x="8403335" y="3977640"/>
            <a:ext cx="2962657" cy="4179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pPr>
            <a:r>
              <a:t>credentials.json </a:t>
            </a:r>
            <a:r>
              <a:rPr>
                <a:latin typeface="+mn-lt"/>
                <a:ea typeface="+mn-ea"/>
                <a:cs typeface="+mn-cs"/>
                <a:sym typeface="Helvetica"/>
              </a:rPr>
              <a:t>복사 금지 </a:t>
            </a:r>
            <a:r>
              <a:t>· cdbd.env</a:t>
            </a:r>
            <a:r>
              <a:rPr>
                <a:latin typeface="+mn-lt"/>
                <a:ea typeface="+mn-ea"/>
                <a:cs typeface="+mn-cs"/>
                <a:sym typeface="Helvetica"/>
              </a:rPr>
              <a:t>만 옮긴다</a:t>
            </a:r>
          </a:p>
        </p:txBody>
      </p:sp>
      <p:sp>
        <p:nvSpPr>
          <p:cNvPr id="733" name="Text 18"/>
          <p:cNvSpPr txBox="1"/>
          <p:nvPr/>
        </p:nvSpPr>
        <p:spPr>
          <a:xfrm>
            <a:off x="8403335" y="4892040"/>
            <a:ext cx="2962657"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6E6E73"/>
                </a:solidFill>
              </a:defRPr>
            </a:pPr>
            <a:r>
              <a:rPr>
                <a:latin typeface="+mn-lt"/>
                <a:ea typeface="+mn-ea"/>
                <a:cs typeface="+mn-cs"/>
                <a:sym typeface="Helvetica"/>
              </a:rPr>
              <a:t>복사하면 서로 로그인이 풀립니다 </a:t>
            </a:r>
            <a:r>
              <a:t>— </a:t>
            </a:r>
            <a:r>
              <a:rPr>
                <a:latin typeface="+mn-lt"/>
                <a:ea typeface="+mn-ea"/>
                <a:cs typeface="+mn-cs"/>
                <a:sym typeface="Helvetica"/>
              </a:rPr>
              <a:t>셋업이 각자 받아 줍니다</a:t>
            </a:r>
          </a:p>
        </p:txBody>
      </p:sp>
      <p:sp>
        <p:nvSpPr>
          <p:cNvPr id="734" name="Slide Number Placeholder 0"/>
          <p:cNvSpPr txBox="1"/>
          <p:nvPr>
            <p:ph type="sldNum" sz="quarter" idx="4294967295"/>
          </p:nvPr>
        </p:nvSpPr>
        <p:spPr>
          <a:xfrm>
            <a:off x="11415956" y="6355079"/>
            <a:ext cx="224356"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38" name="Text 1"/>
          <p:cNvSpPr txBox="1"/>
          <p:nvPr>
            <p:ph type="body" sz="quarter" idx="1"/>
          </p:nvPr>
        </p:nvSpPr>
        <p:spPr>
          <a:prstGeom prst="rect">
            <a:avLst/>
          </a:prstGeom>
        </p:spPr>
        <p:txBody>
          <a:bodyPr lIns="0" tIns="0" rIns="0" bIns="0"/>
          <a:lstStyle>
            <a:lvl1pPr>
              <a:defRPr b="1">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다음 순서</a:t>
            </a:r>
          </a:p>
        </p:txBody>
      </p:sp>
      <p:sp>
        <p:nvSpPr>
          <p:cNvPr id="739" name="Text 1"/>
          <p:cNvSpPr/>
          <p:nvPr>
            <p:ph type="body" idx="21"/>
          </p:nvPr>
        </p:nvSpPr>
        <p:spPr>
          <a:prstGeom prst="rect">
            <a:avLst/>
          </a:prstGeom>
          <a:extLst>
            <a:ext uri="{C572A759-6A51-4108-AA02-DFA0A04FC94B}">
              <ma14:wrappingTextBoxFlag xmlns:ma14="http://schemas.microsoft.com/office/mac/drawingml/2011/main" val="1"/>
            </a:ext>
          </a:extLst>
        </p:spPr>
        <p:txBody>
          <a:bodyPr lIns="0" tIns="0" rIns="0" bIns="0"/>
          <a:lstStyle/>
          <a:p>
            <a:pPr/>
            <a:r>
              <a:t>07  </a:t>
            </a:r>
            <a:r>
              <a:rPr>
                <a:latin typeface="+mn-lt"/>
                <a:ea typeface="+mn-ea"/>
                <a:cs typeface="+mn-cs"/>
                <a:sym typeface="Helvetica"/>
              </a:rPr>
              <a:t>다음</a:t>
            </a:r>
          </a:p>
        </p:txBody>
      </p:sp>
      <p:sp>
        <p:nvSpPr>
          <p:cNvPr id="740" name="Text 1"/>
          <p:cNvSpPr txBox="1"/>
          <p:nvPr>
            <p:ph type="title"/>
          </p:nvPr>
        </p:nvSpPr>
        <p:spPr>
          <a:xfrm>
            <a:off x="548640" y="676655"/>
            <a:ext cx="11091672" cy="658369"/>
          </a:xfrm>
          <a:prstGeom prst="rect">
            <a:avLst/>
          </a:prstGeom>
        </p:spPr>
        <p:txBody>
          <a:bodyPr lIns="0" tIns="0" rIns="0" bIns="0" anchor="ctr"/>
          <a:lstStyle/>
          <a:p>
            <a:pPr/>
            <a:r>
              <a:rPr b="1">
                <a:latin typeface="+mn-lt"/>
                <a:ea typeface="+mn-ea"/>
                <a:cs typeface="+mn-cs"/>
                <a:sym typeface="Helvetica"/>
              </a:rPr>
              <a:t>리허설 </a:t>
            </a:r>
            <a:r>
              <a:t>→ </a:t>
            </a:r>
            <a:r>
              <a:rPr b="1">
                <a:latin typeface="+mn-lt"/>
                <a:ea typeface="+mn-ea"/>
                <a:cs typeface="+mn-cs"/>
                <a:sym typeface="Helvetica"/>
              </a:rPr>
              <a:t>팀원 </a:t>
            </a:r>
            <a:r>
              <a:t>2</a:t>
            </a:r>
            <a:r>
              <a:rPr b="1">
                <a:latin typeface="+mn-lt"/>
                <a:ea typeface="+mn-ea"/>
                <a:cs typeface="+mn-cs"/>
                <a:sym typeface="Helvetica"/>
              </a:rPr>
              <a:t>명 셋업 </a:t>
            </a:r>
            <a:r>
              <a:t>→ </a:t>
            </a:r>
            <a:r>
              <a:rPr b="1">
                <a:latin typeface="+mn-lt"/>
                <a:ea typeface="+mn-ea"/>
                <a:cs typeface="+mn-cs"/>
                <a:sym typeface="Helvetica"/>
              </a:rPr>
              <a:t>🎯 목표 도달</a:t>
            </a:r>
          </a:p>
        </p:txBody>
      </p:sp>
      <p:sp>
        <p:nvSpPr>
          <p:cNvPr id="741" name="Text 1"/>
          <p:cNvSpPr/>
          <p:nvPr>
            <p:ph type="body" idx="22"/>
          </p:nvPr>
        </p:nvSpPr>
        <p:spPr>
          <a:prstGeom prst="rect">
            <a:avLst/>
          </a:prstGeom>
          <a:extLst>
            <a:ext uri="{C572A759-6A51-4108-AA02-DFA0A04FC94B}">
              <ma14:wrappingTextBoxFlag xmlns:ma14="http://schemas.microsoft.com/office/mac/drawingml/2011/main" val="1"/>
            </a:ext>
          </a:extLst>
        </p:spPr>
        <p:txBody>
          <a:bodyPr lIns="0" tIns="0" rIns="0" bIns="0"/>
          <a:lstStyle/>
          <a:p>
            <a:pPr/>
            <a:r>
              <a:rPr>
                <a:latin typeface="+mn-lt"/>
                <a:ea typeface="+mn-ea"/>
                <a:cs typeface="+mn-cs"/>
                <a:sym typeface="Helvetica"/>
              </a:rPr>
              <a:t>목표 </a:t>
            </a:r>
            <a:r>
              <a:t>= </a:t>
            </a:r>
            <a:r>
              <a:rPr>
                <a:latin typeface="+mn-lt"/>
                <a:ea typeface="+mn-ea"/>
                <a:cs typeface="+mn-cs"/>
                <a:sym typeface="Helvetica"/>
              </a:rPr>
              <a:t>팀원 두 분의 맥에서 확인 질문</a:t>
            </a:r>
            <a:r>
              <a:t>(</a:t>
            </a:r>
            <a:r>
              <a:rPr>
                <a:latin typeface="+mn-lt"/>
                <a:ea typeface="+mn-ea"/>
                <a:cs typeface="+mn-cs"/>
                <a:sym typeface="Helvetica"/>
              </a:rPr>
              <a:t>수용 테스트</a:t>
            </a:r>
            <a:r>
              <a:t>)</a:t>
            </a:r>
            <a:r>
              <a:rPr>
                <a:latin typeface="+mn-lt"/>
                <a:ea typeface="+mn-ea"/>
                <a:cs typeface="+mn-cs"/>
                <a:sym typeface="Helvetica"/>
              </a:rPr>
              <a:t>을 전부 통과</a:t>
            </a:r>
            <a:r>
              <a:t>.</a:t>
            </a:r>
          </a:p>
        </p:txBody>
      </p:sp>
      <p:sp>
        <p:nvSpPr>
          <p:cNvPr id="742" name="next-card"/>
          <p:cNvSpPr/>
          <p:nvPr/>
        </p:nvSpPr>
        <p:spPr>
          <a:xfrm>
            <a:off x="548640" y="1965960"/>
            <a:ext cx="2587752" cy="2743201"/>
          </a:xfrm>
          <a:prstGeom prst="roundRect">
            <a:avLst>
              <a:gd name="adj" fmla="val 4240"/>
            </a:avLst>
          </a:prstGeom>
          <a:solidFill>
            <a:srgbClr val="F5F5F7"/>
          </a:solidFill>
          <a:ln w="12700">
            <a:miter lim="400000"/>
          </a:ln>
        </p:spPr>
        <p:txBody>
          <a:bodyPr lIns="45719" rIns="45719"/>
          <a:lstStyle/>
          <a:p>
            <a:pPr/>
          </a:p>
        </p:txBody>
      </p:sp>
      <p:sp>
        <p:nvSpPr>
          <p:cNvPr id="743" name="num"/>
          <p:cNvSpPr/>
          <p:nvPr/>
        </p:nvSpPr>
        <p:spPr>
          <a:xfrm>
            <a:off x="804672" y="2240279"/>
            <a:ext cx="502921" cy="502921"/>
          </a:xfrm>
          <a:prstGeom prst="ellipse">
            <a:avLst/>
          </a:prstGeom>
          <a:solidFill>
            <a:schemeClr val="accent1"/>
          </a:solidFill>
          <a:ln w="12700">
            <a:miter lim="400000"/>
          </a:ln>
        </p:spPr>
        <p:txBody>
          <a:bodyPr lIns="45719" rIns="45719"/>
          <a:lstStyle/>
          <a:p>
            <a:pPr/>
          </a:p>
        </p:txBody>
      </p:sp>
      <p:sp>
        <p:nvSpPr>
          <p:cNvPr id="744" name="Text 6"/>
          <p:cNvSpPr txBox="1"/>
          <p:nvPr/>
        </p:nvSpPr>
        <p:spPr>
          <a:xfrm>
            <a:off x="804672" y="2390139"/>
            <a:ext cx="50292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1</a:t>
            </a:r>
          </a:p>
        </p:txBody>
      </p:sp>
      <p:sp>
        <p:nvSpPr>
          <p:cNvPr id="745" name="Text 7"/>
          <p:cNvSpPr txBox="1"/>
          <p:nvPr/>
        </p:nvSpPr>
        <p:spPr>
          <a:xfrm>
            <a:off x="804672" y="2880360"/>
            <a:ext cx="2130552" cy="2419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새 기기 리허설</a:t>
            </a:r>
          </a:p>
        </p:txBody>
      </p:sp>
      <p:sp>
        <p:nvSpPr>
          <p:cNvPr id="746" name="Text 8"/>
          <p:cNvSpPr txBox="1"/>
          <p:nvPr/>
        </p:nvSpPr>
        <p:spPr>
          <a:xfrm>
            <a:off x="804672" y="3566159"/>
            <a:ext cx="2130552" cy="3497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오늘 이 안내를 새 맥처럼 처음부터 따라 해 보고 고친다</a:t>
            </a:r>
          </a:p>
        </p:txBody>
      </p:sp>
      <p:sp>
        <p:nvSpPr>
          <p:cNvPr id="747" name="Text 9"/>
          <p:cNvSpPr txBox="1"/>
          <p:nvPr/>
        </p:nvSpPr>
        <p:spPr>
          <a:xfrm>
            <a:off x="804672" y="4354906"/>
            <a:ext cx="2130552" cy="15986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000">
                <a:solidFill>
                  <a:schemeClr val="accent1"/>
                </a:solidFill>
                <a:latin typeface="Pretendard Bold"/>
                <a:ea typeface="Pretendard Bold"/>
                <a:cs typeface="Pretendard Bold"/>
                <a:sym typeface="Pretendard Bold"/>
              </a:defRPr>
            </a:pPr>
            <a:r>
              <a:t>Claude · 45</a:t>
            </a:r>
            <a:r>
              <a:rPr b="1">
                <a:latin typeface="+mn-lt"/>
                <a:ea typeface="+mn-ea"/>
                <a:cs typeface="+mn-cs"/>
                <a:sym typeface="Helvetica"/>
              </a:rPr>
              <a:t>분</a:t>
            </a:r>
          </a:p>
        </p:txBody>
      </p:sp>
      <p:sp>
        <p:nvSpPr>
          <p:cNvPr id="748" name="next-card"/>
          <p:cNvSpPr/>
          <p:nvPr/>
        </p:nvSpPr>
        <p:spPr>
          <a:xfrm>
            <a:off x="3383279" y="1965960"/>
            <a:ext cx="2587753" cy="2743201"/>
          </a:xfrm>
          <a:prstGeom prst="roundRect">
            <a:avLst>
              <a:gd name="adj" fmla="val 4240"/>
            </a:avLst>
          </a:prstGeom>
          <a:solidFill>
            <a:schemeClr val="accent5">
              <a:alpha val="9000"/>
            </a:schemeClr>
          </a:solidFill>
          <a:ln w="12700">
            <a:miter lim="400000"/>
          </a:ln>
        </p:spPr>
        <p:txBody>
          <a:bodyPr lIns="45719" rIns="45719"/>
          <a:lstStyle/>
          <a:p>
            <a:pPr/>
          </a:p>
        </p:txBody>
      </p:sp>
      <p:sp>
        <p:nvSpPr>
          <p:cNvPr id="749" name="num"/>
          <p:cNvSpPr/>
          <p:nvPr/>
        </p:nvSpPr>
        <p:spPr>
          <a:xfrm>
            <a:off x="3639311" y="2240279"/>
            <a:ext cx="502921" cy="502921"/>
          </a:xfrm>
          <a:prstGeom prst="ellipse">
            <a:avLst/>
          </a:prstGeom>
          <a:solidFill>
            <a:schemeClr val="accent5"/>
          </a:solidFill>
          <a:ln w="12700">
            <a:miter lim="400000"/>
          </a:ln>
        </p:spPr>
        <p:txBody>
          <a:bodyPr lIns="45719" rIns="45719"/>
          <a:lstStyle/>
          <a:p>
            <a:pPr/>
          </a:p>
        </p:txBody>
      </p:sp>
      <p:sp>
        <p:nvSpPr>
          <p:cNvPr id="750" name="Text 12"/>
          <p:cNvSpPr txBox="1"/>
          <p:nvPr/>
        </p:nvSpPr>
        <p:spPr>
          <a:xfrm>
            <a:off x="3639311" y="2390139"/>
            <a:ext cx="50292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2</a:t>
            </a:r>
          </a:p>
        </p:txBody>
      </p:sp>
      <p:sp>
        <p:nvSpPr>
          <p:cNvPr id="751" name="Text 13"/>
          <p:cNvSpPr txBox="1"/>
          <p:nvPr/>
        </p:nvSpPr>
        <p:spPr>
          <a:xfrm>
            <a:off x="3639311" y="2880360"/>
            <a:ext cx="2130553" cy="2419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latin typeface="Pretendard Bold"/>
                <a:ea typeface="Pretendard Bold"/>
                <a:cs typeface="Pretendard Bold"/>
                <a:sym typeface="Pretendard Bold"/>
              </a:defRPr>
            </a:pPr>
            <a:r>
              <a:rPr b="1">
                <a:latin typeface="+mn-lt"/>
                <a:ea typeface="+mn-ea"/>
                <a:cs typeface="+mn-cs"/>
                <a:sym typeface="Helvetica"/>
              </a:rPr>
              <a:t>일정 </a:t>
            </a:r>
            <a:r>
              <a:t>· </a:t>
            </a:r>
            <a:r>
              <a:rPr b="1">
                <a:latin typeface="+mn-lt"/>
                <a:ea typeface="+mn-ea"/>
                <a:cs typeface="+mn-cs"/>
                <a:sym typeface="Helvetica"/>
              </a:rPr>
              <a:t>테스트 페이지</a:t>
            </a:r>
          </a:p>
        </p:txBody>
      </p:sp>
      <p:sp>
        <p:nvSpPr>
          <p:cNvPr id="752" name="Text 14"/>
          <p:cNvSpPr txBox="1"/>
          <p:nvPr/>
        </p:nvSpPr>
        <p:spPr>
          <a:xfrm>
            <a:off x="3639311" y="3566159"/>
            <a:ext cx="2130553" cy="33998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E6E73"/>
                </a:solidFill>
                <a:latin typeface="+mn-lt"/>
                <a:ea typeface="+mn-ea"/>
                <a:cs typeface="+mn-cs"/>
                <a:sym typeface="Helvetica"/>
              </a:defRPr>
            </a:lvl1pPr>
          </a:lstStyle>
          <a:p>
            <a:pPr>
              <a:defRPr>
                <a:latin typeface="+mj-lt"/>
                <a:ea typeface="+mj-ea"/>
                <a:cs typeface="+mj-cs"/>
                <a:sym typeface="Pretendard Regular"/>
              </a:defRPr>
            </a:pPr>
            <a:r>
              <a:rPr>
                <a:latin typeface="+mn-lt"/>
                <a:ea typeface="+mn-ea"/>
                <a:cs typeface="+mn-cs"/>
                <a:sym typeface="Helvetica"/>
              </a:rPr>
              <a:t>두 분 일정과 각자의 연습용 페이지 정하기</a:t>
            </a:r>
          </a:p>
        </p:txBody>
      </p:sp>
      <p:sp>
        <p:nvSpPr>
          <p:cNvPr id="753" name="Text 15"/>
          <p:cNvSpPr txBox="1"/>
          <p:nvPr/>
        </p:nvSpPr>
        <p:spPr>
          <a:xfrm>
            <a:off x="3639311" y="4358639"/>
            <a:ext cx="213055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000">
                <a:solidFill>
                  <a:schemeClr val="accent5"/>
                </a:solidFill>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강현이</a:t>
            </a:r>
          </a:p>
        </p:txBody>
      </p:sp>
      <p:sp>
        <p:nvSpPr>
          <p:cNvPr id="754" name="next-card"/>
          <p:cNvSpPr/>
          <p:nvPr/>
        </p:nvSpPr>
        <p:spPr>
          <a:xfrm>
            <a:off x="6217920" y="1965960"/>
            <a:ext cx="2587753" cy="2743201"/>
          </a:xfrm>
          <a:prstGeom prst="roundRect">
            <a:avLst>
              <a:gd name="adj" fmla="val 4240"/>
            </a:avLst>
          </a:prstGeom>
          <a:solidFill>
            <a:srgbClr val="F5F5F7"/>
          </a:solidFill>
          <a:ln w="12700">
            <a:miter lim="400000"/>
          </a:ln>
        </p:spPr>
        <p:txBody>
          <a:bodyPr lIns="45719" rIns="45719"/>
          <a:lstStyle/>
          <a:p>
            <a:pPr/>
          </a:p>
        </p:txBody>
      </p:sp>
      <p:sp>
        <p:nvSpPr>
          <p:cNvPr id="755" name="num"/>
          <p:cNvSpPr/>
          <p:nvPr/>
        </p:nvSpPr>
        <p:spPr>
          <a:xfrm>
            <a:off x="6473952" y="2240279"/>
            <a:ext cx="502921" cy="502921"/>
          </a:xfrm>
          <a:prstGeom prst="ellipse">
            <a:avLst/>
          </a:prstGeom>
          <a:solidFill>
            <a:schemeClr val="accent1"/>
          </a:solidFill>
          <a:ln w="12700">
            <a:miter lim="400000"/>
          </a:ln>
        </p:spPr>
        <p:txBody>
          <a:bodyPr lIns="45719" rIns="45719"/>
          <a:lstStyle/>
          <a:p>
            <a:pPr/>
          </a:p>
        </p:txBody>
      </p:sp>
      <p:sp>
        <p:nvSpPr>
          <p:cNvPr id="756" name="Text 18"/>
          <p:cNvSpPr txBox="1"/>
          <p:nvPr/>
        </p:nvSpPr>
        <p:spPr>
          <a:xfrm>
            <a:off x="6473952" y="2390139"/>
            <a:ext cx="50292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3</a:t>
            </a:r>
          </a:p>
        </p:txBody>
      </p:sp>
      <p:sp>
        <p:nvSpPr>
          <p:cNvPr id="757" name="Text 19"/>
          <p:cNvSpPr txBox="1"/>
          <p:nvPr/>
        </p:nvSpPr>
        <p:spPr>
          <a:xfrm>
            <a:off x="6473952" y="2880360"/>
            <a:ext cx="2130553" cy="2419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latin typeface="+mn-lt"/>
                <a:ea typeface="+mn-ea"/>
                <a:cs typeface="+mn-cs"/>
                <a:sym typeface="Helvetica"/>
              </a:defRPr>
            </a:lvl1pPr>
          </a:lstStyle>
          <a:p>
            <a:pPr>
              <a:defRPr b="0">
                <a:latin typeface="Pretendard Bold"/>
                <a:ea typeface="Pretendard Bold"/>
                <a:cs typeface="Pretendard Bold"/>
                <a:sym typeface="Pretendard Bold"/>
              </a:defRPr>
            </a:pPr>
            <a:r>
              <a:rPr b="1">
                <a:latin typeface="+mn-lt"/>
                <a:ea typeface="+mn-ea"/>
                <a:cs typeface="+mn-cs"/>
                <a:sym typeface="Helvetica"/>
              </a:rPr>
              <a:t>볼트 공유 팀원 셋업</a:t>
            </a:r>
          </a:p>
        </p:txBody>
      </p:sp>
      <p:sp>
        <p:nvSpPr>
          <p:cNvPr id="758" name="Text 20"/>
          <p:cNvSpPr txBox="1"/>
          <p:nvPr/>
        </p:nvSpPr>
        <p:spPr>
          <a:xfrm>
            <a:off x="6473952" y="3566159"/>
            <a:ext cx="2130553"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100">
                <a:solidFill>
                  <a:srgbClr val="6E6E73"/>
                </a:solidFill>
              </a:defRPr>
            </a:pPr>
            <a:r>
              <a:t>STEP 1~9 → </a:t>
            </a:r>
            <a:r>
              <a:rPr>
                <a:latin typeface="+mn-lt"/>
                <a:ea typeface="+mn-ea"/>
                <a:cs typeface="+mn-cs"/>
                <a:sym typeface="Helvetica"/>
              </a:rPr>
              <a:t>점검표 ✅ </a:t>
            </a:r>
            <a:r>
              <a:t>→ </a:t>
            </a:r>
            <a:r>
              <a:rPr>
                <a:latin typeface="+mn-lt"/>
                <a:ea typeface="+mn-ea"/>
                <a:cs typeface="+mn-cs"/>
                <a:sym typeface="Helvetica"/>
              </a:rPr>
              <a:t>수용 테스트</a:t>
            </a:r>
          </a:p>
        </p:txBody>
      </p:sp>
      <p:sp>
        <p:nvSpPr>
          <p:cNvPr id="759" name="Text 21"/>
          <p:cNvSpPr txBox="1"/>
          <p:nvPr/>
        </p:nvSpPr>
        <p:spPr>
          <a:xfrm>
            <a:off x="6473952" y="4354193"/>
            <a:ext cx="2130553" cy="16129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000">
                <a:solidFill>
                  <a:schemeClr val="accent1"/>
                </a:solidFill>
                <a:latin typeface="Pretendard Bold"/>
                <a:ea typeface="Pretendard Bold"/>
                <a:cs typeface="Pretendard Bold"/>
                <a:sym typeface="Pretendard Bold"/>
              </a:defRPr>
            </a:pPr>
            <a:r>
              <a:rPr b="1">
                <a:latin typeface="+mn-lt"/>
                <a:ea typeface="+mn-ea"/>
                <a:cs typeface="+mn-cs"/>
                <a:sym typeface="Helvetica"/>
              </a:rPr>
              <a:t>팀원 </a:t>
            </a:r>
            <a:r>
              <a:t>+ Claude · 30~45</a:t>
            </a:r>
            <a:r>
              <a:rPr b="1">
                <a:latin typeface="+mn-lt"/>
                <a:ea typeface="+mn-ea"/>
                <a:cs typeface="+mn-cs"/>
                <a:sym typeface="Helvetica"/>
              </a:rPr>
              <a:t>분</a:t>
            </a:r>
          </a:p>
        </p:txBody>
      </p:sp>
      <p:sp>
        <p:nvSpPr>
          <p:cNvPr id="760" name="next-card"/>
          <p:cNvSpPr/>
          <p:nvPr/>
        </p:nvSpPr>
        <p:spPr>
          <a:xfrm>
            <a:off x="9052559" y="1965960"/>
            <a:ext cx="2587753" cy="2743201"/>
          </a:xfrm>
          <a:prstGeom prst="roundRect">
            <a:avLst>
              <a:gd name="adj" fmla="val 4240"/>
            </a:avLst>
          </a:prstGeom>
          <a:solidFill>
            <a:srgbClr val="F5F5F7"/>
          </a:solidFill>
          <a:ln w="12700">
            <a:miter lim="400000"/>
          </a:ln>
        </p:spPr>
        <p:txBody>
          <a:bodyPr lIns="45719" rIns="45719"/>
          <a:lstStyle/>
          <a:p>
            <a:pPr/>
          </a:p>
        </p:txBody>
      </p:sp>
      <p:sp>
        <p:nvSpPr>
          <p:cNvPr id="761" name="num"/>
          <p:cNvSpPr/>
          <p:nvPr/>
        </p:nvSpPr>
        <p:spPr>
          <a:xfrm>
            <a:off x="9308592" y="2240279"/>
            <a:ext cx="502921" cy="502921"/>
          </a:xfrm>
          <a:prstGeom prst="ellipse">
            <a:avLst/>
          </a:prstGeom>
          <a:solidFill>
            <a:schemeClr val="accent1"/>
          </a:solidFill>
          <a:ln w="12700">
            <a:miter lim="400000"/>
          </a:ln>
        </p:spPr>
        <p:txBody>
          <a:bodyPr lIns="45719" rIns="45719"/>
          <a:lstStyle/>
          <a:p>
            <a:pPr/>
          </a:p>
        </p:txBody>
      </p:sp>
      <p:sp>
        <p:nvSpPr>
          <p:cNvPr id="762" name="Text 24"/>
          <p:cNvSpPr txBox="1"/>
          <p:nvPr/>
        </p:nvSpPr>
        <p:spPr>
          <a:xfrm>
            <a:off x="9308592" y="2390139"/>
            <a:ext cx="50292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chemeClr val="accent2">
                    <a:hueOff val="-15247060"/>
                    <a:satOff val="-68000"/>
                    <a:lumOff val="4901"/>
                  </a:schemeClr>
                </a:solidFill>
                <a:latin typeface="Pretendard Bold"/>
                <a:ea typeface="Pretendard Bold"/>
                <a:cs typeface="Pretendard Bold"/>
                <a:sym typeface="Pretendard Bold"/>
              </a:defRPr>
            </a:lvl1pPr>
          </a:lstStyle>
          <a:p>
            <a:pPr/>
            <a:r>
              <a:t>4</a:t>
            </a:r>
          </a:p>
        </p:txBody>
      </p:sp>
      <p:sp>
        <p:nvSpPr>
          <p:cNvPr id="763" name="Text 25"/>
          <p:cNvSpPr txBox="1"/>
          <p:nvPr/>
        </p:nvSpPr>
        <p:spPr>
          <a:xfrm>
            <a:off x="9308592" y="2880360"/>
            <a:ext cx="2130553" cy="2419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latin typeface="Pretendard Bold"/>
                <a:ea typeface="Pretendard Bold"/>
                <a:cs typeface="Pretendard Bold"/>
                <a:sym typeface="Pretendard Bold"/>
              </a:defRPr>
            </a:pPr>
            <a:r>
              <a:t>GitHub </a:t>
            </a:r>
            <a:r>
              <a:rPr b="1">
                <a:latin typeface="+mn-lt"/>
                <a:ea typeface="+mn-ea"/>
                <a:cs typeface="+mn-cs"/>
                <a:sym typeface="Helvetica"/>
              </a:rPr>
              <a:t>공유 팀원 셋업</a:t>
            </a:r>
          </a:p>
        </p:txBody>
      </p:sp>
      <p:sp>
        <p:nvSpPr>
          <p:cNvPr id="764" name="Text 26"/>
          <p:cNvSpPr txBox="1"/>
          <p:nvPr/>
        </p:nvSpPr>
        <p:spPr>
          <a:xfrm>
            <a:off x="9308592" y="3566159"/>
            <a:ext cx="2130553"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100">
                <a:solidFill>
                  <a:srgbClr val="6E6E73"/>
                </a:solidFill>
              </a:defRPr>
            </a:pPr>
            <a:r>
              <a:rPr>
                <a:latin typeface="+mn-lt"/>
                <a:ea typeface="+mn-ea"/>
                <a:cs typeface="+mn-cs"/>
                <a:sym typeface="Helvetica"/>
              </a:rPr>
              <a:t>같은 기준 통과 </a:t>
            </a:r>
            <a:r>
              <a:t>→ </a:t>
            </a:r>
            <a:r>
              <a:rPr>
                <a:latin typeface="+mn-lt"/>
                <a:ea typeface="+mn-ea"/>
                <a:cs typeface="+mn-cs"/>
                <a:sym typeface="Helvetica"/>
              </a:rPr>
              <a:t>🎯</a:t>
            </a:r>
          </a:p>
        </p:txBody>
      </p:sp>
      <p:sp>
        <p:nvSpPr>
          <p:cNvPr id="765" name="Text 27"/>
          <p:cNvSpPr txBox="1"/>
          <p:nvPr/>
        </p:nvSpPr>
        <p:spPr>
          <a:xfrm>
            <a:off x="9308592" y="4354193"/>
            <a:ext cx="2130553" cy="16129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000">
                <a:solidFill>
                  <a:schemeClr val="accent1"/>
                </a:solidFill>
                <a:latin typeface="Pretendard Bold"/>
                <a:ea typeface="Pretendard Bold"/>
                <a:cs typeface="Pretendard Bold"/>
                <a:sym typeface="Pretendard Bold"/>
              </a:defRPr>
            </a:pPr>
            <a:r>
              <a:rPr b="1">
                <a:latin typeface="+mn-lt"/>
                <a:ea typeface="+mn-ea"/>
                <a:cs typeface="+mn-cs"/>
                <a:sym typeface="Helvetica"/>
              </a:rPr>
              <a:t>팀원 </a:t>
            </a:r>
            <a:r>
              <a:t>+ Claude · 45</a:t>
            </a:r>
            <a:r>
              <a:rPr b="1">
                <a:latin typeface="+mn-lt"/>
                <a:ea typeface="+mn-ea"/>
                <a:cs typeface="+mn-cs"/>
                <a:sym typeface="Helvetica"/>
              </a:rPr>
              <a:t>분</a:t>
            </a:r>
          </a:p>
        </p:txBody>
      </p:sp>
      <p:sp>
        <p:nvSpPr>
          <p:cNvPr id="766" name="box-red"/>
          <p:cNvSpPr/>
          <p:nvPr/>
        </p:nvSpPr>
        <p:spPr>
          <a:xfrm>
            <a:off x="548640" y="4983479"/>
            <a:ext cx="11091672" cy="1097281"/>
          </a:xfrm>
          <a:prstGeom prst="roundRect">
            <a:avLst>
              <a:gd name="adj" fmla="val 8333"/>
            </a:avLst>
          </a:prstGeom>
          <a:solidFill>
            <a:schemeClr val="accent5">
              <a:alpha val="10000"/>
            </a:schemeClr>
          </a:solidFill>
          <a:ln w="12700">
            <a:miter lim="400000"/>
          </a:ln>
        </p:spPr>
        <p:txBody>
          <a:bodyPr lIns="45719" rIns="45719"/>
          <a:lstStyle/>
          <a:p>
            <a:pPr/>
          </a:p>
        </p:txBody>
      </p:sp>
      <p:sp>
        <p:nvSpPr>
          <p:cNvPr id="767" name="box-text"/>
          <p:cNvSpPr txBox="1"/>
          <p:nvPr/>
        </p:nvSpPr>
        <p:spPr>
          <a:xfrm>
            <a:off x="749808" y="5207822"/>
            <a:ext cx="10689336" cy="45492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200"/>
              </a:spcBef>
              <a:defRPr sz="1300">
                <a:solidFill>
                  <a:schemeClr val="accent5"/>
                </a:solidFill>
                <a:latin typeface="Pretendard Bold"/>
                <a:ea typeface="Pretendard Bold"/>
                <a:cs typeface="Pretendard Bold"/>
                <a:sym typeface="Pretendard Bold"/>
              </a:defRPr>
            </a:pPr>
            <a:r>
              <a:rPr b="1">
                <a:latin typeface="+mn-lt"/>
                <a:ea typeface="+mn-ea"/>
                <a:cs typeface="+mn-cs"/>
                <a:sym typeface="Helvetica"/>
              </a:rPr>
              <a:t>결정이 필요합니다</a:t>
            </a:r>
          </a:p>
          <a:p>
            <a:pPr>
              <a:spcBef>
                <a:spcPts val="200"/>
              </a:spcBef>
              <a:defRPr sz="1300"/>
            </a:pPr>
            <a:r>
              <a:rPr>
                <a:latin typeface="+mn-lt"/>
                <a:ea typeface="+mn-ea"/>
                <a:cs typeface="+mn-cs"/>
                <a:sym typeface="Helvetica"/>
              </a:rPr>
              <a:t>팀원 두 분의 셋업 일정</a:t>
            </a:r>
            <a:r>
              <a:t>, </a:t>
            </a:r>
            <a:r>
              <a:rPr>
                <a:latin typeface="+mn-lt"/>
                <a:ea typeface="+mn-ea"/>
                <a:cs typeface="+mn-cs"/>
                <a:sym typeface="Helvetica"/>
              </a:rPr>
              <a:t>그리고 각자 쓸 전용 테스트 페이지 주소</a:t>
            </a:r>
            <a:r>
              <a:t>(cdbd.in/editor/</a:t>
            </a:r>
            <a:r>
              <a:rPr>
                <a:latin typeface="+mn-lt"/>
                <a:ea typeface="+mn-ea"/>
                <a:cs typeface="+mn-cs"/>
                <a:sym typeface="Helvetica"/>
              </a:rPr>
              <a:t>숫자</a:t>
            </a:r>
            <a:r>
              <a:t>). </a:t>
            </a:r>
            <a:r>
              <a:rPr>
                <a:latin typeface="+mn-lt"/>
                <a:ea typeface="+mn-ea"/>
                <a:cs typeface="+mn-cs"/>
                <a:sym typeface="Helvetica"/>
              </a:rPr>
              <a:t>공용 계정이라 사람마다 하나씩 필요합니다</a:t>
            </a:r>
            <a:r>
              <a:t>.</a:t>
            </a:r>
          </a:p>
        </p:txBody>
      </p:sp>
      <p:sp>
        <p:nvSpPr>
          <p:cNvPr id="768" name="Slide Number Placeholder 0"/>
          <p:cNvSpPr txBox="1"/>
          <p:nvPr>
            <p:ph type="sldNum" sz="quarter" idx="4294967295"/>
          </p:nvPr>
        </p:nvSpPr>
        <p:spPr>
          <a:xfrm>
            <a:off x="11400998" y="6355079"/>
            <a:ext cx="239314" cy="23114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CDBD Brand">
  <a:themeElements>
    <a:clrScheme name="CDBD Brand">
      <a:dk1>
        <a:srgbClr val="1D1D1F"/>
      </a:dk1>
      <a:lt1>
        <a:srgbClr val="FFFFFF"/>
      </a:lt1>
      <a:dk2>
        <a:srgbClr val="A7A7A7"/>
      </a:dk2>
      <a:lt2>
        <a:srgbClr val="535353"/>
      </a:lt2>
      <a:accent1>
        <a:srgbClr val="6C4CFF"/>
      </a:accent1>
      <a:accent2>
        <a:srgbClr val="EEEAFB"/>
      </a:accent2>
      <a:accent3>
        <a:srgbClr val="1F8A4C"/>
      </a:accent3>
      <a:accent4>
        <a:srgbClr val="D9890F"/>
      </a:accent4>
      <a:accent5>
        <a:srgbClr val="C62F3A"/>
      </a:accent5>
      <a:accent6>
        <a:srgbClr val="9B7DFF"/>
      </a:accent6>
      <a:hlink>
        <a:srgbClr val="0000FF"/>
      </a:hlink>
      <a:folHlink>
        <a:srgbClr val="FF00FF"/>
      </a:folHlink>
    </a:clrScheme>
    <a:fontScheme name="CDBD Brand">
      <a:majorFont>
        <a:latin typeface="Pretendard Regular"/>
        <a:ea typeface="Pretendard Regular"/>
        <a:cs typeface="Pretendard Regular"/>
      </a:majorFont>
      <a:minorFont>
        <a:latin typeface="Helvetica"/>
        <a:ea typeface="Helvetica"/>
        <a:cs typeface="Helvetica"/>
      </a:minorFont>
    </a:fontScheme>
    <a:fmtScheme name="CDBD Bran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hueOff val="-15247060"/>
            <a:satOff val="-68000"/>
            <a:lumOff val="4901"/>
          </a:schemeClr>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D1D1F"/>
            </a:solidFill>
            <a:effectLst/>
            <a:uFillTx/>
            <a:latin typeface="+mj-lt"/>
            <a:ea typeface="+mj-ea"/>
            <a:cs typeface="+mj-cs"/>
            <a:sym typeface="Pretendard Regular"/>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D1D1F"/>
            </a:solidFill>
            <a:effectLst/>
            <a:uFillTx/>
            <a:latin typeface="+mj-lt"/>
            <a:ea typeface="+mj-ea"/>
            <a:cs typeface="+mj-cs"/>
            <a:sym typeface="Pretendard Regular"/>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CDBD Brand">
  <a:themeElements>
    <a:clrScheme name="CDBD Brand">
      <a:dk1>
        <a:srgbClr val="1D1D1F"/>
      </a:dk1>
      <a:lt1>
        <a:srgbClr val="1F1F02"/>
      </a:lt1>
      <a:dk2>
        <a:srgbClr val="A7A7A7"/>
      </a:dk2>
      <a:lt2>
        <a:srgbClr val="535353"/>
      </a:lt2>
      <a:accent1>
        <a:srgbClr val="6C4CFF"/>
      </a:accent1>
      <a:accent2>
        <a:srgbClr val="EEEAFB"/>
      </a:accent2>
      <a:accent3>
        <a:srgbClr val="1F8A4C"/>
      </a:accent3>
      <a:accent4>
        <a:srgbClr val="D9890F"/>
      </a:accent4>
      <a:accent5>
        <a:srgbClr val="C62F3A"/>
      </a:accent5>
      <a:accent6>
        <a:srgbClr val="9B7DFF"/>
      </a:accent6>
      <a:hlink>
        <a:srgbClr val="0000FF"/>
      </a:hlink>
      <a:folHlink>
        <a:srgbClr val="FF00FF"/>
      </a:folHlink>
    </a:clrScheme>
    <a:fontScheme name="CDBD Brand">
      <a:majorFont>
        <a:latin typeface="Pretendard Regular"/>
        <a:ea typeface="Pretendard Regular"/>
        <a:cs typeface="Pretendard Regular"/>
      </a:majorFont>
      <a:minorFont>
        <a:latin typeface="Helvetica"/>
        <a:ea typeface="Helvetica"/>
        <a:cs typeface="Helvetica"/>
      </a:minorFont>
    </a:fontScheme>
    <a:fmtScheme name="CDBD Bran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hueOff val="-15247060"/>
            <a:satOff val="-68000"/>
            <a:lumOff val="4901"/>
          </a:schemeClr>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D1D1F"/>
            </a:solidFill>
            <a:effectLst/>
            <a:uFillTx/>
            <a:latin typeface="+mj-lt"/>
            <a:ea typeface="+mj-ea"/>
            <a:cs typeface="+mj-cs"/>
            <a:sym typeface="Pretendard Regular"/>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1D1D1F"/>
            </a:solidFill>
            <a:effectLst/>
            <a:uFillTx/>
            <a:latin typeface="+mj-lt"/>
            <a:ea typeface="+mj-ea"/>
            <a:cs typeface="+mj-cs"/>
            <a:sym typeface="Pretendard Regular"/>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