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축으로 분류. ●◐○로 문서 유무도 함께 표시.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1847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→ 문서 없어 영상으로 채울 대상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8840" y="3090672"/>
            <a:ext cx="78638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58669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3272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90472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33272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07592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51560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07592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95848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14418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70450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7650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670450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8738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44770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688738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44770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688738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44770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주소 · 권한 · 요금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33026" y="3090672"/>
            <a:ext cx="0" cy="10972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51597" y="320040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07629" y="34198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764829" y="347472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307629" y="393192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5917" y="40599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581949" y="4041648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325917" y="43708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81949" y="4352544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325917" y="46817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81949" y="4663440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게시(URL·OG·비밀번호)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325917" y="49926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81949" y="4974336"/>
            <a:ext cx="2631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77240" y="5541264"/>
            <a:ext cx="10637215" cy="548640"/>
          </a:xfrm>
          <a:prstGeom prst="roundRect">
            <a:avLst>
              <a:gd name="adj" fmla="val 16667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33272" y="5541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공백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2148840" y="5541264"/>
            <a:ext cx="908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대시보드(계정) 영역 전체가 ○ — 로그인 뒤에서만 보여 문서가 없습니다. 여기가 영상으로 채울 1순위입니다. (어드민은 제외 → 팀 운영)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기능마다 상태(●◐○) · 볼트 · 정본 파일을 한 줄씩. 실제 내용의 일부입니다.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56855" y="1847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문서 있음   ◐ 부분   ○ 없음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· 어드민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066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17520" y="27066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74720" y="27066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0540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723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17520" y="30723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474720" y="30723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 (정의만)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41985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43814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17520" y="34381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74720" y="3438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378561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 구성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17520" y="380390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74720" y="38039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77240" y="415137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1696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017520" y="41696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474720" y="41696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451713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535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017520" y="45354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474720" y="45354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77240" y="48828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901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017520" y="49011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474720" y="49011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77240" y="524865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26694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상세페이지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017520" y="5266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474720" y="5266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1-7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· 시작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336792" y="2615184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27066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577072" y="27066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034272" y="27066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336792" y="30540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30723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· 공유 · 홈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8577072" y="30723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9034272" y="30723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336792" y="341985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43814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주소 · 권한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8577072" y="34381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9034272" y="3438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336792" y="378561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8577072" y="380390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9034272" y="38039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quota 실측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336792" y="415137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41696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8577072" y="41696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034272" y="416966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336792" y="451713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535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8577072" y="45354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9034272" y="453542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336792" y="48828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901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8577072" y="49011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9034272" y="49011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6336792" y="524865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526694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8577072" y="5266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9034272" y="5266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1-1 워크플로우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[T] cdbd-templates · [SV] cdbd-design-service · 내용은 복제하지 않고 ‘위치’만 가리킴 · 전체 약 40개 중 일부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cdbd-design-system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_기능별 경로 가이드.md 안엔 ‘이렇게 말하면 → 이 파일’이 이렇게 들어갑니다.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cdbd-design-system/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88950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8895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004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112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├─ cdbd-icon-use/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2219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배치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13308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cdbd-icon-creation/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413308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제작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51560" y="444398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디자인 시스템/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" y="47548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1. 스타일/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75488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컬러·폰트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06577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4. 카드 기능 정의/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06577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51560" y="537667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5. 신규 기획 가이드/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0" y="537667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5종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기능 → 정본 파일 (내용은 복제하지 않고 가리킴)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246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“아이콘 바꿔줘”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346557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skills/cdbd-icon-use/ · 2-1 아이콘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37033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“신규 아이콘 제작”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392277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skills/cdbd-icon-creation/ · 5-1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1605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“카드 스펙 알려줘”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437997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4. 카드 기능 정의/ (4-3~4-17)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46177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“컬러·폰트 토큰”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91656" y="483717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1-1 컬러 · 1-2 폰트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63640" y="50749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“컴포넌트 일괄 교체”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91656" y="529437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컴포넌트 교체 작업/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63640" y="553212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“개발 핸드오프 문서”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91656" y="575157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5-5 개발 문서 제작 가이드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원리 — 한 곳을 완성·검증한 뒤 나머지로 복제하고, 마지막에 플러그인으로 묶습니다.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520440"/>
            <a:ext cx="8899855" cy="0"/>
          </a:xfrm>
          <a:prstGeom prst="line">
            <a:avLst/>
          </a:prstGeom>
          <a:noFill/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1654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654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97291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97291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81626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81626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77262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7726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597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1597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57233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757233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41568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41568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37204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0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21539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+ 스킬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21539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7175" y="329184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17175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701510" y="397764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01510" y="452628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02920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볼트 = cdbd-templates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51560" y="5504688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 템플릿 상세페이지 만들어줘”로 검증 → Claude가 경로 문서를 보고 올바른 파일을 여는지 확인. 통과하면 나머지 4볼트로 같은 문서를 복제합니다.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git에 못 넣는 것도 배포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gstack · 로그인 · Figma MCP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배포용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영상을 추가한다면 — 어디에 아카이빙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 밖 클라우드(구글 드라이브 등) + 문서에 링크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문제 — 커밋하면 볼트가 무거워짐 (marketing 517MB 전례)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 저장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텍스트 문서’가 정본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자체는 원본 소스일 뿐 — 검색은 문서로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2026-08-11T11:16:08Z</dcterms:created>
  <dcterms:modified xsi:type="dcterms:W3CDTF">2026-08-11T11:16:08Z</dcterms:modified>
</cp:coreProperties>
</file>