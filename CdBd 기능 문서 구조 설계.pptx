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목록(인덱스)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88136" y="562356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29400" y="562356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‘정답이 둘’이 생기는 과정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852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8254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고친다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32552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227832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복사본은 그대로 남는다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630168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기능에 서로 다른 두 값이 공존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55080" y="4059936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032504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게 정답인지 표시가 없다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355080" y="446227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757416" y="44348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아무도 모른 채 잘못된 값이 산출물로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어드민은 고객 기능이 아니라 제외 — 고객이 쓰는 축으로 다시 나눴습니다.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48840" y="3090672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58669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90472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33272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05993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404164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51560" y="43708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435254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95848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14418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0450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127650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70450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88738" y="405993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71618" y="404164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688738" y="43708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71618" y="435254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페이지·URL 통계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688738" y="468172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71618" y="4663440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 · 요금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733026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51597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07629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64829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307629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5917" y="405993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508797" y="404164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325917" y="43708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508797" y="435254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325917" y="468172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08797" y="4663440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325917" y="499262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08797" y="4974336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77240" y="5541264"/>
            <a:ext cx="10637215" cy="54864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3272" y="55412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828800" y="5541264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어드민(템플릿 등록 · 상세페이지 · 운영 설정)은 팀이 쓰는 기능 → 고객 기능에서 빼고 ‘팀 운영’으로. 문서는 남기되 집계에서 제외.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16952" y="2907792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위 1장에 전 볼트 기능을 ‘가리키기만’. 사람이 어디서든 전체를 한눈에 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2044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2920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0468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영상을 추가한다면 — 어디에 아카이빙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 밖 클라우드(구글 드라이브 등) + 문서에 링크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문제 — 커밋하면 볼트가 무거워짐 (marketing 517MB 전례)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 저장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텍스트 문서’가 정본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자체는 원본 소스일 뿐 — 검색은 문서로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2026-08-11T10:16:35Z</dcterms:created>
  <dcterms:modified xsi:type="dcterms:W3CDTF">2026-08-11T10:16:35Z</dcterms:modified>
</cp:coreProperties>
</file>