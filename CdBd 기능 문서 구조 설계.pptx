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후보 3개 중 무엇을, 왜 고르나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구조 파악 → 후보 3개 비교·선택 → 새 분류·경로 → 일정·영상.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33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파일구조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3580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어느 CdBd 기능이 어느 볼트에 있나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381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584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566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후보 3개 — 무엇을, 왜 고르나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396849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유지+목록 / 복제 모음집 / 기능 재구조화 → 1번 채택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37083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 · 경로 문서 위치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0118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안의 에디터 · design 상위 폴더 계층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03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49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3153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 · 소요 시간 · 영상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338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일정과, 영상이 필요한 기능·아카이빙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전체 파일구조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현황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기능이 어느 볼트에 있나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폴더 design/ 이 5개 볼트를 담고, 기능은 그 안에 흩어져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50545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  (허브 = 모든 볼트의 상위 폴더)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250545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전체를 관리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88136" y="278892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29400" y="278892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" y="307238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1-6-2. CdBd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29400" y="307238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" y="335584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1-6-1. CdBd 에디터.md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5584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구성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88136" y="363931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1-7. 템플릿 상세 페이지.md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63931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상세페이지·어드민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8136" y="392277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392277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· 이미지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88136" y="4206240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룩북/…/1-4. CdBd 콘텐츠.md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4206240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URL게시·Supabase·이미지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88136" y="4489704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cdbd-design-system/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4489704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 (Figma)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88136" y="4773168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5-4. 카드 기획 가이드.md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9400" y="4773168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치수·옵션 참조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88136" y="5056632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cdbd-marketing/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29400" y="5056632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마케팅 — CdBd 기능 아님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88136" y="5340096"/>
            <a:ext cx="5449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makevu-qrstp/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629400" y="5340096"/>
            <a:ext cx="447415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제품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구조 후보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후보는 셋 — 1번을 고릅니다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‘모든 기능을 다 아는 데 최적화된 구조’를 세 방식으로 놓고 비교합니다.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69848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볼트는 그대로.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허브에 목록 1개 추가.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698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26209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6209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82570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6C4CFF"/>
          </a:solidFill>
          <a:ln w="1270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82570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＋목록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69848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 채택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14418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8738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8873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7378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 추가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7026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폴더에 모음.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7070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70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3387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3387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볼트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19748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9748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＋복사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07026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33" name="Text 31"/>
          <p:cNvSpPr/>
          <p:nvPr/>
        </p:nvSpPr>
        <p:spPr>
          <a:xfrm>
            <a:off x="4707026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정답이 둘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51597" y="2487168"/>
            <a:ext cx="336285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25917" y="2761488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6" name="Text 34"/>
          <p:cNvSpPr/>
          <p:nvPr/>
        </p:nvSpPr>
        <p:spPr>
          <a:xfrm>
            <a:off x="8325917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874557" y="2798064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spc="-2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 재구조화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344205" y="3447288"/>
            <a:ext cx="27776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기능별로 재편.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344205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4205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에디터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30056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0056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홈…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256926" y="4270248"/>
            <a:ext cx="864921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1D1D1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56926" y="4270248"/>
            <a:ext cx="8649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44205" y="5129784"/>
            <a:ext cx="2777642" cy="402336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8344205" y="5129784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✕  맥락 붕괴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2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 모음집: ‘정답이 둘’이 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모음집을 넣으면 구조는 이렇게 되고 — 갈라짐은 곧 정답이 둘이 되는 문제입니다.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모음집을 넣으면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284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기능 모음집/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23360" y="332841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 추가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6393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카드 기능.md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36393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95020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URL 게시.md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023360" y="395020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2611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23360" y="426110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5720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23360" y="45720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정보가 서로 달라지나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55080" y="2971800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57416" y="2944368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문서를 수정한다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3483864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483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57416" y="3456432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모음집 복사본도 매번 똑같이 다시 고쳐야 한다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55080" y="3995928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35508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57416" y="3968496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번이라도 빠뜨리면 두 문서가 서로 달라진다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507992"/>
            <a:ext cx="274320" cy="27432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7416" y="4480560"/>
            <a:ext cx="4672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결국 어느 게 맞는지 아무도 모른다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77240" y="5650992"/>
            <a:ext cx="10637215" cy="502920"/>
          </a:xfrm>
          <a:prstGeom prst="roundRect">
            <a:avLst>
              <a:gd name="adj" fmla="val 18182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565099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사례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148840" y="5650992"/>
            <a:ext cx="9082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#3DF69B(정본) ↔ #4DE98B(복사본)로 두 달간 갈라졌고, 마케팅 14곳이 잘못된 값을 정답으로 삼았습니다. → ‘갈라짐’은 별개 문제가 아니라 ‘정답이 둘’의 결과입니다.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3 — 왜 안 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재구조화: 실행 맥락이 무너진다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볼트를 해체해 기능별로 재편하면 구조는 이렇게 되고 — 잃는 게 큽니다.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구조 — 기능별로 재편하면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에디터/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94760" y="3392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카드·게시·이미지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홈페이지/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94760" y="3721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통계·계정·요금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(templates·service·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79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     system 해체)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94760" y="43799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볼트 사라짐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안 되나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5508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자산과 분리된다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1546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스킬·워크플로우가 볼트에 묶여 있어 참조가 깨짐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5478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권한·용량 경계가 무너진다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840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자료(private)·517MB가 뒤섞임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42336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볼트 간 링크가 깨진다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게다가 2026-05에 반대로 결정한 사안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makevu는 아예 다른 제품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75120" y="5212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축으로 묶을 수 없음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후보 1 — 채택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구조 결정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유지 + 목록 하나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구조는 그대로 두고, 창고(복사본)가 아니라 목록(주소)으로 모읍니다.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029200" cy="3063240"/>
          </a:xfrm>
          <a:prstGeom prst="roundRect">
            <a:avLst>
              <a:gd name="adj" fmla="val 4179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— 그대로 + 목록 1개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339242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86200" y="33924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목록(추가)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216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7216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0507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86200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437997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cdbd-design-service/ …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86200" y="43799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1번인가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550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2907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갈라진다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3218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내용이 아니라 주소만 담아 정답이 하나로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49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맥락을 지킨다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0599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스킬·도구 옆에 그대로 있어 바로 작동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어디서나 강제 로드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9011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 + (나중에) 플러그인으로 발견 보장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 (고객 관점)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고객이 쓰는 두 갈래(대시보드 · 에디터). ●◐○로 문서 유무 표시.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8016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08760" y="1847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있음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71800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03320" y="184708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1847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→ 문서 없어 영상으로 채울 대상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32304" y="2286000"/>
            <a:ext cx="7315200" cy="603504"/>
          </a:xfrm>
          <a:prstGeom prst="roundRect">
            <a:avLst>
              <a:gd name="adj" fmla="val 1818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32304" y="228600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89904" y="2889504"/>
            <a:ext cx="0" cy="201168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46704" y="3090672"/>
            <a:ext cx="5495544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45104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69848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88136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362456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 · 로그인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88136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362456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362456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88136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362456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· URL 통계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88136" y="50383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362456" y="503834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88136" y="53126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◐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362456" y="53126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요금 · 결제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846591" y="3090672"/>
            <a:ext cx="0" cy="-274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78728" y="3063240"/>
            <a:ext cx="5135728" cy="2450592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71336" y="32826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55968" y="3337560"/>
            <a:ext cx="412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571336" y="3794760"/>
            <a:ext cx="455051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9624" y="3941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863944" y="394106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89624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63944" y="421538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9624" y="4489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863944" y="44897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 (URL · OG · 비밀번호)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9624" y="4764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○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863944" y="476402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 (개인화)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7240" y="5669280"/>
            <a:ext cx="10637215" cy="475488"/>
          </a:xfrm>
          <a:prstGeom prst="roundRect">
            <a:avLst>
              <a:gd name="adj" fmla="val 19231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3272" y="56692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공백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2148840" y="5669280"/>
            <a:ext cx="90827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대시보드(계정)는 대부분 ○ — 로그인 뒤에서만 보여 문서가 없습니다. 여기가 영상으로 채울 1순위. (어드민은 제외 → 팀 운영)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design/ 이 상위 폴더 — 목록은 맨 위 1장, 경로 문서는 각 볼트 안에 1장씩.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6217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7860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54880" y="257860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허브 = 최상위 폴더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86664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 기능 목록 상세.md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286664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전체 목록 (여기 1장)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9848" y="315468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" y="344271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cdbd-templates/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3442716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(하위 폴더)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9848" y="373075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├─ CLAUDE.md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54880" y="373075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@_기능별 경로 가이드.md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401878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├─ _기능별 경로 가이드.md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754880" y="401878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이 볼트 경로 문서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69848" y="4306824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 └─ 1. 작업 가이드/ …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54880" y="4306824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정본 파일들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4594860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9848" y="4882896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cdbd-design-service/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9848" y="5170932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│    └─ _기능별 경로 가이드.md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5170932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볼트마다 하나씩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69848" y="5458968"/>
            <a:ext cx="35935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└─ design-system · marketing · makevu 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5458968"/>
            <a:ext cx="21671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패턴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2377440"/>
            <a:ext cx="4053535" cy="1664208"/>
          </a:xfrm>
          <a:prstGeom prst="roundRect">
            <a:avLst>
              <a:gd name="adj" fmla="val 6593"/>
            </a:avLst>
          </a:prstGeom>
          <a:solidFill>
            <a:srgbClr val="EEEAFB"/>
          </a:solidFill>
          <a:ln w="15875">
            <a:solidFill>
              <a:srgbClr val="6C4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16952" y="256032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허브 목록 — 왜 design에?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16952" y="2889504"/>
            <a:ext cx="354147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design은 모든 볼트의 상위 폴더 — 볼트를 가로지르는 목록은 여기에만 둘 수 있습니다. 한 볼트에 넣으면 다른 볼트에선 안 보입니다.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60920" y="4224528"/>
            <a:ext cx="4053535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440740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볼트 경로 문서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16952" y="4754880"/>
            <a:ext cx="35414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CLAUDE.md가 @import로 강제 로드 → 그 볼트를 켜면 Claude가 기능→파일을 다 압니다.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 파일이 하는 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목록 상세.md 란?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기준(8p 분류)으로 묶었습니다 — 대시보드 · 에디터 두 갈래. 어드민은 제외.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79415" y="18470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● 있음  ◐ 부분  ○ 없음   ·   [T] templates  [SV] design-service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Ⓑ 에디터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15종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상품·코드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17520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카드 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skills/card-automation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구성·꾸미기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1-6-1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017520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CLAUDE §이미지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7240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URL 게시 · OG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017520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§URL 게시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게시 자동화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74720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§Supabase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비밀번호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017520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47472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1-4 모달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 연결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017520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47472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36792" y="2286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Ⓐ 대시보드 (계정)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336792" y="2596896"/>
            <a:ext cx="50749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36792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회원가입 · 로그인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77072" y="26883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9034272" y="2688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36792" y="299466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3017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템플릿 페이지 생성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577072" y="3017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34272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[T] 1-1 워크플로우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336792" y="332384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346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홈 · 내 페이지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577072" y="33467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034272" y="33467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36792" y="365302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36792" y="3675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공유 복제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577072" y="36758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34272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336792" y="3982212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36792" y="4005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버전 기록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77072" y="40050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034272" y="40050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336792" y="4311396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4334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페이지 · URL 통계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77072" y="433425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034272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336792" y="4640580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36792" y="4663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계정 · 내 주소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8577072" y="46634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034272" y="4663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336792" y="4969764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36792" y="49926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권한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577072" y="49926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○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9034272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없음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36792" y="5298948"/>
            <a:ext cx="5074920" cy="0"/>
          </a:xfrm>
          <a:prstGeom prst="line">
            <a:avLst/>
          </a:prstGeom>
          <a:noFill/>
          <a:ln w="6350">
            <a:solidFill>
              <a:srgbClr val="F0F0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336792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요금 · 결제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8577072" y="5321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◐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9034272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[SV] quota 실측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분류·경로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— cdbd-templates 볼트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쓰는 에디터 기능이 있는 볼트 — 경로 가이드는 고객 기능으로 이렇게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9077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CLAUDE.md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29077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@경로 가이드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51560" y="32369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_기능별 경로 가이드.md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오른쪽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51560" y="3566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├─ .claude/skills/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89534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│   └─ cdbd-card-automation/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389534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자동화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51560" y="422452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1. 작업 가이드/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55371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1-6-2. CdBd 카드 기능.md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455371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51560" y="48828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├─ 1-6-1. CdBd 에디터.md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488289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51560" y="52120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└─ 1-1. 워크플로우.md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40480" y="521208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생성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25603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263640" y="2871216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[CdBd 기능 — 고객이 쓰는] 이렇게 말하면 → 이 파일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291840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“상품 카드 넣어줘”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91656" y="3511296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3803904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“예약 받는 카드 만들어줘”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91656" y="4023360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63640" y="4315968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“유튜브 영상 카드 추가해줘”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91656" y="4535424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1-6-2. CdBd 카드 기능.md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63640" y="4828032"/>
            <a:ext cx="4876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“페이지 테마·배경 바꿔줘”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91656" y="5047488"/>
            <a:ext cx="4748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1-6-1. CdBd 에디터.md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63640" y="5596128"/>
            <a:ext cx="4876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＊ 시안·프리셋·팔레트 = Figma 제작 · 상세페이지 = 어드민 → 같은 파일에 구분해 따로 담습니다.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곳(cdbd-templates)을 완성·검증한 뒤, 나머지 볼트로 그대로 복제합니다.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487168"/>
            <a:ext cx="0" cy="3108960"/>
          </a:xfrm>
          <a:prstGeom prst="line">
            <a:avLst/>
          </a:prstGeom>
          <a:noFill/>
          <a:ln w="15875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8600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2860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435608" y="259689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대분류(대시보드 · 에디터)를 합의하고 첫 볼트를 고른다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42855" y="230428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042855" y="23042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" y="290779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볼트의 CdBd 기능 → 정확한 파일·섹션을 매핑하고 경로를 검증한다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42855" y="2926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42855" y="2926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0.5일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4672" y="3529584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529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35608" y="3529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435608" y="3840480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 CLAUDE.md 맨 위에 @_기능별 경로 가이드.md 한 줄을 넣는다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42855" y="35478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10042855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4151376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151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35608" y="415137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435608" y="44622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“상품 카드 넣어줘” 등으로 Claude가 올바른 파일을 여는지 확인한다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42855" y="4169664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2" name="Text 30"/>
          <p:cNvSpPr/>
          <p:nvPr/>
        </p:nvSpPr>
        <p:spPr>
          <a:xfrm>
            <a:off x="10042855" y="41696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" y="4773168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35608" y="4773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볼트 확산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1435608" y="5084064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 나머지 4개 볼트에 같은 경로 문서를 복제한다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0042855" y="479145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8" name="Text 36"/>
          <p:cNvSpPr/>
          <p:nvPr/>
        </p:nvSpPr>
        <p:spPr>
          <a:xfrm>
            <a:off x="10042855" y="4791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4672" y="5394960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40" name="Text 38"/>
          <p:cNvSpPr/>
          <p:nvPr/>
        </p:nvSpPr>
        <p:spPr>
          <a:xfrm>
            <a:off x="804672" y="5394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435608" y="5394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435608" y="5705856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경로 가이드·브랜드 토큰을 묶어 어느 볼트에서도 로드되게 한다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042855" y="5413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4" name="Text 42"/>
          <p:cNvSpPr/>
          <p:nvPr/>
        </p:nvSpPr>
        <p:spPr>
          <a:xfrm>
            <a:off x="10042855" y="54132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구조만으론 남는 게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목록+경로 문서는 ‘그 볼트 안’ 발견을 보장합니다. 볼트 경계를 넘는 건 플러그인 몫.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구조가 하는 일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볼트를 켜면 그 볼트 기능을 다 앎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8813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8813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224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허브 목록으로 전체를 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8136" y="4745736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단, ‘그 볼트를 켰을 때’ 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743200"/>
            <a:ext cx="449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플러그인이 더 하는 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67728" y="3218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어느 볼트·맨 바깥에서 켜도 로드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67728" y="3456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위치에 안 묶임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20256" y="3739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마켓플레이스에서 자동 최신화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967728" y="39593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수동 설치 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42245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git에 못 넣는 것도 배포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67728" y="44622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gstack · 로그인 · Figma MCP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7240" y="54864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구조 = 볼트 내부용 · 플러그인 = 볼트 경계를 넘는 배포용 — 대체재가 아니라 보완재.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" y="5806440"/>
            <a:ext cx="10637215" cy="384048"/>
          </a:xfrm>
          <a:prstGeom prst="roundRect">
            <a:avLst>
              <a:gd name="adj" fmla="val 23810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3272" y="58064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팀원 설치는 한 줄:  /plugin marketplace add CdBd-in/cdbd-plugin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플러그인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목적에 필요한 것만 담는다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목적은 하나 — CdBd 기능을 어느 볼트에서도 수행. 그에 필요한 것만 넣습니다.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9377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78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플러그인이 담는 것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88136" y="3127248"/>
            <a:ext cx="109728" cy="109728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3063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통합 기능 경로 가이드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2588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볼트 CdBd 기능 → 파일  ·  어디서 켜도 자동 로드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88136" y="3785616"/>
            <a:ext cx="109728" cy="109728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721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브랜드 토큰 정본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3995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폰트 정본값  ·  어느 볼트든 같은 값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88136" y="4443984"/>
            <a:ext cx="109728" cy="109728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3799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.mcp.json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25880" y="46542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연결  ·  실행 도구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88136" y="5102352"/>
            <a:ext cx="109728" cy="109728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880" y="50383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· 셋업 안내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5312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컴퓨터 설정 위치  ·  어느 PC에서도 실행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89320" y="2377440"/>
            <a:ext cx="5425135" cy="3611880"/>
          </a:xfrm>
          <a:prstGeom prst="roundRect">
            <a:avLst>
              <a:gd name="adj" fmla="val 303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57860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구조는 이렇게 — 새 저장소 1개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303580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18320" y="3035808"/>
            <a:ext cx="1721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저장소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63640" y="33832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├─ .claude-plugin/marketplace.json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18320" y="3383280"/>
            <a:ext cx="1721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마켓 정의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373075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└─ plugins/cdbd/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07822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통합 기능 경로 가이드.md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418320" y="4078224"/>
            <a:ext cx="1721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볼트 기능→파일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442569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브랜드 토큰.md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418320" y="4425696"/>
            <a:ext cx="1721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컬러·폰트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63640" y="477316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├─ .mcp.json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418320" y="4773168"/>
            <a:ext cx="1721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63640" y="512064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└─ ONBOARDING.md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418320" y="5120640"/>
            <a:ext cx="1721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로그인·셋업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562356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design/ 및 5개 볼트 → 구조 그대로 (안 바뀜)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644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6440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6674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69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47141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4714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910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788920"/>
          </a:xfrm>
          <a:prstGeom prst="roundRect">
            <a:avLst>
              <a:gd name="adj" fmla="val 4590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644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818888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910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846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숫자는 추정치(예시)입니다. 다음 장에서 ‘어떤 기능에 영상이 필요한가’를 봅니다.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영상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‘일부’ 기능만 필요하다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문서화된 기능엔 불필요. 로그인 뒤 화면 흐름인 기능만 영상이 도움이 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 텍스트로 정리된 ● 기능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6984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· 카드 자동화 · URL 게시 · 이미지 라이브러리 — 스킬·문서가 이미 있어 화면 녹화가 새로 알려줄 게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2450592"/>
            <a:ext cx="5120640" cy="1965960"/>
          </a:xfrm>
          <a:prstGeom prst="roundRect">
            <a:avLst>
              <a:gd name="adj" fmla="val 6512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필요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1968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 뒤에서만 보이는 ○ 공백 기능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01968" y="3419856"/>
            <a:ext cx="4535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계정 · 요금 · 버전 · 공유 복제 · 데이터 연결 — UI 흐름이라 텍스트로 유추 불가, 화면이 정확한 문서화에 도움.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영상은 남겨야 하나? — 정본은 텍스트, 원본은 필요할 때만 클라우드에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6696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정본 = 텍스트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96696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‘영상에서 뽑은 문서’가 정본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6696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제작용 소스일 뿐 · 검색은 문서로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14418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3874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영상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633874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필요하면 git 밖 클라우드(구글 드라이브)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33874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문서에 링크 · 커밋 시 볼트 무거워짐(517MB 전례)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51597" y="4956048"/>
            <a:ext cx="336285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71053" y="5102352"/>
            <a:ext cx="2923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프레임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71053" y="5394960"/>
            <a:ext cx="2923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정지컷 몇 장만 볼트 attachments/ 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71053" y="5669280"/>
            <a:ext cx="29239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문서에서 ![[…]] 로 바로 보이게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3개 중 1번 — 기존 볼트 구조는 유지한다.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5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25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영상은 로그인 뒤 기능만, 원본은 클라우드에.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2026-08-11T11:45:26Z</dcterms:created>
  <dcterms:modified xsi:type="dcterms:W3CDTF">2026-08-11T11:45:26Z</dcterms:modified>
</cp:coreProperties>
</file>