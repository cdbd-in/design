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축으로 분류. ●◐○로 문서 유무도 함께 표시.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0332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1847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→ 문서 없어 영상으로 채울 대상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8840" y="3090672"/>
            <a:ext cx="78638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58669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90472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33272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07592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51560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07592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95848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14418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70450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7650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670450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8738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44770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688738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44770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688738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44770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주소 · 권한 · 요금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33026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51597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07629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764829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307629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5917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581949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325917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81949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325917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81949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게시(URL·OG·비밀번호)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8325917" y="49926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81949" y="4974336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77240" y="5541264"/>
            <a:ext cx="10637215" cy="548640"/>
          </a:xfrm>
          <a:prstGeom prst="roundRect">
            <a:avLst>
              <a:gd name="adj" fmla="val 16667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33272" y="5541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공백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2148840" y="5541264"/>
            <a:ext cx="908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대시보드(계정) 영역 전체가 ○ — 로그인 뒤에서만 보여 문서가 없습니다. 여기가 영상으로 채울 1순위입니다. (어드민은 제외 → 팀 운영)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616952" y="2907792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위 1장에 전 볼트 기능을 ‘가리키기만’. 사람이 어디서든 전체를 한눈에 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맞습니다 — 어떤 기능이 있고, 그 기능이 어느 볼트·어느 파일에 있는지 적은 ‘목록’입니다.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59152"/>
            <a:ext cx="10637215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97764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00600" y="2505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78040" y="2505456"/>
            <a:ext cx="3943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파일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69848" y="2834640"/>
            <a:ext cx="10051999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77640" y="29260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926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178040" y="2926080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1-6-2. CdBd 카드 기능.md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69848" y="3310128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332841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977640" y="332841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2841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178040" y="3328416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skills/cdbd-card-automation/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69848" y="371246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9848" y="37307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77640" y="373075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00600" y="37307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design-service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178040" y="3730752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1-4. CdBd 콘텐츠.md §URL 게시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69848" y="4114800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" y="4133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977640" y="41330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00600" y="4133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design-service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178040" y="4133088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§이미지 라이브러리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069848" y="4517136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9848" y="453542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스펙 조회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77640" y="4535424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참조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00600" y="453542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design-system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178040" y="4535424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5-4. 카드 기획 가이드.md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1069848" y="4919472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69848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977640" y="4937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800600" y="4937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178040" y="4937760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(문서 없음)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69848" y="5321808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9848" y="53400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통계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977640" y="534009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00600" y="534009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178040" y="5340096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(문서 없음)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77240" y="5888736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실제 파일의 일부입니다 — 전체 96개 기능을 이렇게 한 줄씩. 내용은 복제하지 않고 ‘위치’만 가리킵니다.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cdbd-design-system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목록이 가리키는 실제 볼트는 이렇게 생겼습니다.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12648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cdbd-design-system/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9848" y="2880360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0" y="2880360"/>
            <a:ext cx="2075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9848" y="3182112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54880" y="3182112"/>
            <a:ext cx="2075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 기능 목록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9848" y="3483864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69848" y="3785616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cdbd-icon-use/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54880" y="3785616"/>
            <a:ext cx="2075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배치·교체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9848" y="4087368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cdbd-icon-creation/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54880" y="4087368"/>
            <a:ext cx="2075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아이콘 제작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9848" y="4389120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디자인 시스템/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9848" y="4690872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1. 스타일/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690872"/>
            <a:ext cx="2075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폰트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992624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4. 카드 기능 정의/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4992624"/>
            <a:ext cx="2075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 ~ 4-17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69848" y="5294376"/>
            <a:ext cx="35935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└─ 5. 신규 기획 가이드/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294376"/>
            <a:ext cx="2075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5-1 ~ 5-5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60920" y="239572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볼트에서 이렇게 말하면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60920" y="2834640"/>
            <a:ext cx="4053535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0376" y="2999232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“아이콘 바꿔줘”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580376" y="3328416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skills/cdbd-icon-use/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60920" y="3867912"/>
            <a:ext cx="4053535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0376" y="4032504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“카드 스펙 알려줘”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580376" y="4361688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4. 카드 기능 정의/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60920" y="4901184"/>
            <a:ext cx="4053535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80376" y="5065776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“개발 문서 만들어줘”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580376" y="5394960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5-5. 개발 문서 제작 가이드.md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원리 — 한 곳을 완성·검증한 뒤 나머지로 복제하고, 마지막에 플러그인으로 묶습니다.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3520440"/>
            <a:ext cx="8899855" cy="0"/>
          </a:xfrm>
          <a:prstGeom prst="line">
            <a:avLst/>
          </a:prstGeom>
          <a:noFill/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1654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654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97291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3197291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81626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81626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77262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7726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1597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61597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57233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6757233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41568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41568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37204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04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21539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+ 스킬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21539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17175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17175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701510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01510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7240" y="502920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볼트 = cdbd-templates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51560" y="5504688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 템플릿 상세페이지 만들어줘”로 검증 → Claude가 경로 문서를 보고 올바른 파일을 여는지 확인. 통과하면 나머지 4볼트로 같은 문서를 복제합니다.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‘일부’ 기능만 필요하다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문서화된 기능엔 불필요. 로그인 뒤 화면 흐름인 기능만 영상이 도움이 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텍스트로 정리된 ● 기능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· 카드 자동화 · URL 게시 · 이미지 라이브러리 — 스킬·문서가 이미 있어 화면 녹화가 새로 알려줄 게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뒤에서만 보이는 ○ 공백 기능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공유 복제 · 데이터 연결 — UI 흐름이라 텍스트로 유추 불가, 화면이 정확한 문서화에 도움.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영상을 추가한다면 — 어디에 아카이빙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 밖 클라우드(구글 드라이브 등) + 문서에 링크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문제 — 커밋하면 볼트가 무거워짐 (marketing 517MB 전례)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 저장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텍스트 문서’가 정본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자체는 원본 소스일 뿐 — 검색은 문서로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2026-08-11T10:37:00Z</dcterms:created>
  <dcterms:modified xsi:type="dcterms:W3CDTF">2026-08-11T10:37:00Z</dcterms:modified>
</cp:coreProperties>
</file>