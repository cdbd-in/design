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1945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 문서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설계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77240" y="39776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기능이 어느 볼트에 —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후보 3개 중 무엇을, 왜 고르나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6126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design 볼트  ·  help@cdbd.in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766560" y="822960"/>
            <a:ext cx="4663440" cy="5212080"/>
          </a:xfrm>
          <a:prstGeom prst="roundRect">
            <a:avLst>
              <a:gd name="adj" fmla="val 3137"/>
            </a:avLst>
          </a:prstGeom>
          <a:solidFill>
            <a:srgbClr val="F5F5F7"/>
          </a:solidFill>
          <a:ln/>
        </p:spPr>
      </p:sp>
      <p:sp>
        <p:nvSpPr>
          <p:cNvPr id="8" name="Shape 6"/>
          <p:cNvSpPr/>
          <p:nvPr/>
        </p:nvSpPr>
        <p:spPr>
          <a:xfrm>
            <a:off x="8938260" y="176022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029700" y="187909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139428" y="200710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1" name="Shape 9"/>
          <p:cNvSpPr/>
          <p:nvPr/>
        </p:nvSpPr>
        <p:spPr>
          <a:xfrm>
            <a:off x="9139428" y="279349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2" name="Shape 10"/>
          <p:cNvSpPr/>
          <p:nvPr/>
        </p:nvSpPr>
        <p:spPr>
          <a:xfrm>
            <a:off x="9139428" y="297637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9428" y="350672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2308" y="416509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383780" y="134874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75220" y="146761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584948" y="159562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8" name="Shape 16"/>
          <p:cNvSpPr/>
          <p:nvPr/>
        </p:nvSpPr>
        <p:spPr>
          <a:xfrm>
            <a:off x="7584948" y="238201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9" name="Shape 17"/>
          <p:cNvSpPr/>
          <p:nvPr/>
        </p:nvSpPr>
        <p:spPr>
          <a:xfrm>
            <a:off x="7584948" y="256489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4948" y="309524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67828" y="375361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OVERVIEW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다루는 것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구조 파악 → 후보 3개 비교·선택 → 새 분류·경로 → 일정·영상.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91640" y="263347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전체 파일구조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691640" y="3035808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어느 CdBd 기능이 어느 볼트에 있나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43814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58444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91640" y="35661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후보 3개 — 무엇을, 왜 고르나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691640" y="3968496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유지+목록 / 복제 모음집 / 기능 재구조화 → 1번 채택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4370832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5171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91640" y="449884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새 기능 분류 · 경로 문서 위치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91640" y="4901184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안의 에디터 · design 상위 폴더 계층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77240" y="530352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44982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691640" y="5431536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제작 과정 · 소요 시간 · 영상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691640" y="5833872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일정과, 영상이 필요한 기능·아카이빙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① 전체 파일구조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현황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기능이 어느 볼트에 있나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상위 폴더 design/ 이 5개 볼트를 담고, 기능은 그 안에 흩어져 있습니다.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10637215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50545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   (허브 = 모든 볼트의 상위 폴더)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29400" y="250545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전체를 관리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88136" y="2788920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29400" y="2788920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· 어드민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" y="3072384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1-6-2. CdBd 카드 기능.md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29400" y="3072384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88136" y="3355848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1-6-1. CdBd 에디터.md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29400" y="3355848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구성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88136" y="3639312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1-7. 템플릿 상세 페이지.md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29400" y="3639312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상세페이지·어드민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8136" y="392277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cdbd-design-service/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29400" y="392277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 · 이미지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88136" y="4206240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룩북/…/1-4. CdBd 콘텐츠.md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29400" y="4206240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URL게시·Supabase·이미지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88136" y="4489704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cdbd-design-system/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29400" y="4489704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스펙 조회 (Figma)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88136" y="4773168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5-4. 카드 기획 가이드.md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29400" y="4773168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치수·옵션 참조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88136" y="5056632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cdbd-marketing/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29400" y="5056632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마케팅 — CdBd 기능 아님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88136" y="534009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makevu-qrstp/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629400" y="534009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제품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 구조 후보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후보는 셋 — 1번을 고릅니다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‘모든 기능을 다 아는 데 최적화된 구조’를 세 방식으로 놓고 비교합니다.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00200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유지 + 목록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69848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볼트는 그대로.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허브에 목록 1개 추가.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69848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9848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026209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26209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982570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6C4CFF"/>
          </a:solidFill>
          <a:ln w="12700">
            <a:solidFill>
              <a:srgbClr val="6C4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82570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＋목록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069848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0" name="Text 18"/>
          <p:cNvSpPr/>
          <p:nvPr/>
        </p:nvSpPr>
        <p:spPr>
          <a:xfrm>
            <a:off x="1069848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✓  채택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414418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88738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4688738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237378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복제 모음집 추가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707026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복사본을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폴더에 모음.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70702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0702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663387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3387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619748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19748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＋복사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07026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/>
        </p:spPr>
      </p:sp>
      <p:sp>
        <p:nvSpPr>
          <p:cNvPr id="33" name="Text 31"/>
          <p:cNvSpPr/>
          <p:nvPr/>
        </p:nvSpPr>
        <p:spPr>
          <a:xfrm>
            <a:off x="4707026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✕  정답이 둘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051597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25917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6" name="Text 34"/>
          <p:cNvSpPr/>
          <p:nvPr/>
        </p:nvSpPr>
        <p:spPr>
          <a:xfrm>
            <a:off x="8325917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874557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기준 재구조화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344205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볼트를 해체해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기능별로 재편.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8344205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44205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에디터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930056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30056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홈…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1025692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25692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재편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344205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/>
        </p:spPr>
      </p:sp>
      <p:sp>
        <p:nvSpPr>
          <p:cNvPr id="46" name="Text 44"/>
          <p:cNvSpPr/>
          <p:nvPr/>
        </p:nvSpPr>
        <p:spPr>
          <a:xfrm>
            <a:off x="8344205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✕  맥락 붕괴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2 — 왜 안 되나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복제 모음집: ‘정답이 둘’이 된다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모음집을 넣으면 구조는 이렇게 되고 — 갈라짐은 곧 정답이 둘이 되는 문제입니다.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— 모음집을 넣으면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1752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28416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기능 모음집/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023360" y="3328416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새로 추가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63931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카드 기능.md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023360" y="363931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복사본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395020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URL 게시.md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023360" y="395020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복사본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" y="4261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023360" y="426110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51560" y="457200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cdbd-design-service/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023360" y="45720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정보가 서로 달라지나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355080" y="2971800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63550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757416" y="2944368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 문서를 수정한다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355080" y="3483864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6" name="Text 24"/>
          <p:cNvSpPr/>
          <p:nvPr/>
        </p:nvSpPr>
        <p:spPr>
          <a:xfrm>
            <a:off x="6355080" y="3483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57416" y="3456432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모음집 복사본도 매번 똑같이 다시 고쳐야 한다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355080" y="3995928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9" name="Text 27"/>
          <p:cNvSpPr/>
          <p:nvPr/>
        </p:nvSpPr>
        <p:spPr>
          <a:xfrm>
            <a:off x="6355080" y="3995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57416" y="3968496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번이라도 빠뜨리면 두 문서가 서로 달라진다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55080" y="4507992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2" name="Text 30"/>
          <p:cNvSpPr/>
          <p:nvPr/>
        </p:nvSpPr>
        <p:spPr>
          <a:xfrm>
            <a:off x="6355080" y="4507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57416" y="4480560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결국 어느 게 맞는지 아무도 모른다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77240" y="5650992"/>
            <a:ext cx="10637215" cy="502920"/>
          </a:xfrm>
          <a:prstGeom prst="roundRect">
            <a:avLst>
              <a:gd name="adj" fmla="val 18182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33272" y="5650992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사례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148840" y="5650992"/>
            <a:ext cx="9082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그린이 #3DF69B(정본) ↔ #4DE98B(복사본)로 두 달간 갈라졌고, 마케팅 14곳이 잘못된 값을 정답으로 삼았습니다. → ‘갈라짐’은 별개 문제가 아니라 ‘정답이 둘’의 결과입니다.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3 — 왜 안 되나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재구조화: 실행 맥락이 무너진다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볼트를 해체해 기능별로 재편하면 구조는 이렇게 되고 — 잃는 게 큽니다.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— 기능별로 재편하면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6324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9242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에디터/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794760" y="33924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카드·게시·이미지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72160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홈페이지/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794760" y="37216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통계·계정·요금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405079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(templates·service·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51560" y="437997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     system 해체)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794760" y="437997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원래 볼트 사라짐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안 되나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355080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75120" y="28620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자산과 분리된다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75120" y="31546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스킬·워크플로우가 볼트에 묶여 있어 참조가 깨짐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5508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75120" y="35478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권한·용량 경계가 무너진다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38404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 자료(private)·517MB가 뒤섞임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3550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675120" y="42336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볼트 간 링크가 깨진다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75120" y="45262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게다가 2026-05에 반대로 결정한 사안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355080" y="4937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75120" y="49194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makevu는 아예 다른 제품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675120" y="52120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축으로 묶을 수 없음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1 — 채택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유지 + 목록 하나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 구조는 그대로 두고, 창고(복사본)가 아니라 목록(주소)으로 모읍니다.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4179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— 그대로 + 목록 1개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6324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9242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 기능 목록 상세.md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886200" y="33924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목록(추가)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72160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886200" y="37216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40507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_기능별 경로 가이드.md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886200" y="40507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" y="437997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cdbd-design-service/ …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886200" y="437997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1번인가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35508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75120" y="290779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 갈라진다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75120" y="32186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목록은 내용이 아니라 주소만 담아 정답이 하나로 유지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55080" y="3767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75120" y="37490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맥락을 지킨다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675120" y="405993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기능이 스킬·도구 옆에 그대로 있어 바로 작동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55080" y="4608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75120" y="459028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어디서나 강제 로드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90118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 + (나중에) 플러그인으로 발견 보장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 새 기능 분류 (고객 관점)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안에 에디터가 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홈·내 페이지·내 계정은 구조(nav) · 기능은 내 페이지·내 계정·에디터에. 상태는 작동 방식 유무.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4708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상태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280160" y="184708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508760" y="184708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작동 방식까지 있음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886200" y="184708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114800" y="184708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스펙(생김새)은 있으나 작동 방식 추가 필요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889504" y="2286000"/>
            <a:ext cx="640080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89504" y="22860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(cdbd.in) — nav: 홈 · 내 페이지 · 내 계정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089904" y="2834640"/>
            <a:ext cx="0" cy="1828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458669" y="3017520"/>
            <a:ext cx="7274357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458669" y="3017520"/>
            <a:ext cx="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3017520"/>
            <a:ext cx="3362858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3272" y="3200400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 페이지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033272" y="3675888"/>
            <a:ext cx="2850794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51560" y="3840480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289304" y="3840480"/>
            <a:ext cx="26313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공유 · 복제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51560" y="4087368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289304" y="4087368"/>
            <a:ext cx="26313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페이지 만들기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51560" y="4334256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289304" y="4334256"/>
            <a:ext cx="26313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통계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51560" y="4581144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289304" y="4581144"/>
            <a:ext cx="26313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버전 관리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51560" y="4828032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289304" y="4828032"/>
            <a:ext cx="26313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 · 비밀번호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51560" y="5074920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289304" y="5074920"/>
            <a:ext cx="26313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관리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095848" y="3017520"/>
            <a:ext cx="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14418" y="3017520"/>
            <a:ext cx="3362858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70450" y="3200400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 계정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670450" y="3675888"/>
            <a:ext cx="2850794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88738" y="3840480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926482" y="3840480"/>
            <a:ext cx="26313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요금 · 결제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688738" y="4087368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926482" y="4087368"/>
            <a:ext cx="26313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관리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688738" y="4334256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926482" y="4334256"/>
            <a:ext cx="26313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주소 설정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688738" y="4581144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926482" y="4581144"/>
            <a:ext cx="26313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 · 로그인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733026" y="3017520"/>
            <a:ext cx="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051597" y="3017520"/>
            <a:ext cx="3362858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07629" y="3200400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9311335" y="3236976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페이지에서 진입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07629" y="3675888"/>
            <a:ext cx="2850794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325917" y="3840480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563661" y="3840480"/>
            <a:ext cx="26313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 (+상품·코드)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325917" y="4087368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8563661" y="4087368"/>
            <a:ext cx="26313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자동화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325917" y="4334256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8563661" y="4334256"/>
            <a:ext cx="26313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구성·테마·꾸미기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8325917" y="4581144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8563661" y="4581144"/>
            <a:ext cx="26313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멀티페이지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325917" y="4828032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8563661" y="4828032"/>
            <a:ext cx="26313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라이브러리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8325917" y="5074920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8563661" y="5074920"/>
            <a:ext cx="26313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 (URL · OG)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8325917" y="5321808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8563661" y="5321808"/>
            <a:ext cx="26313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연결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777240" y="5742432"/>
            <a:ext cx="10637215" cy="45720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33272" y="574243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1874520" y="5742432"/>
            <a:ext cx="9357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홈은 진입 화면(구조)이라 기능 없음. 내 페이지·내 계정은 전부 ◐(스펙만) → 작동 방식은 영상으로. 에디터는 대부분 ●.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 기능 경로 문서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어디에 · 어떤 구조로 두나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 design/ 이 상위 폴더 — 목록은 맨 위 1장, 경로 문서는 각 볼트 안에 1장씩.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62179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57860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754880" y="257860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 = 최상위 폴더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9848" y="2866644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 기능 목록 상세.md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754880" y="2866644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전체 목록 (여기 1장)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69848" y="3154680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9848" y="3442716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754880" y="3442716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 (하위 폴더)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69848" y="3730752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CLAUDE.md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54880" y="3730752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@_기능별 경로 가이드.md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69848" y="401878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│    ├─ _기능별 경로 가이드.md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754880" y="401878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이 볼트 경로 문서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69848" y="4306824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1. 작업 가이드/ …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754880" y="4306824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정본 파일들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69848" y="4594860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69848" y="4882896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cdbd-design-service/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69848" y="5170932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│    └─ _기능별 경로 가이드.md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754880" y="5170932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볼트마다 하나씩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69848" y="545896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└─ design-system · marketing · makevu …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754880" y="545896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패턴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60920" y="2377440"/>
            <a:ext cx="4053535" cy="1664208"/>
          </a:xfrm>
          <a:prstGeom prst="roundRect">
            <a:avLst>
              <a:gd name="adj" fmla="val 6593"/>
            </a:avLst>
          </a:prstGeom>
          <a:solidFill>
            <a:srgbClr val="EEEAFB"/>
          </a:solidFill>
          <a:ln w="15875">
            <a:solidFill>
              <a:srgbClr val="6C4C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16952" y="2560320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허브 목록 — 왜 design에?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616952" y="2889504"/>
            <a:ext cx="354147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design은 모든 볼트의 상위 폴더 — 볼트를 가로지르는 목록은 여기에만 둘 수 있습니다. 한 볼트에 넣으면 다른 볼트에선 안 보입니다.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60920" y="4224528"/>
            <a:ext cx="4053535" cy="1719072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16952" y="4407408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 볼트 경로 문서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616952" y="4754880"/>
            <a:ext cx="35414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CLAUDE.md가 @import로 강제 로드 → 그 볼트를 켜면 Claude가 기능→파일을 다 압니다.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목록 파일이 하는 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 목록 상세.md 란?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쓰는 기준(내 페이지·내 계정·에디터)으로 묶음. 홈은 구조. 상태는 작동 방식 유무.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76295" y="184708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 작동 방식까지  ◐ 스펙만·작동 방식 추가 필요   ·   [T] templates  [SV] design-service  [DS] design-system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22860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Ⓔ 에디터  (내 페이지에서 진입)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578608"/>
            <a:ext cx="50749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6517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15종 (+상품·코드)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71800" y="26517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29000" y="26517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4-3~17 · [T] 1-6-2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77240" y="293522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5351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자동화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71800" y="29535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29000" y="295351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3-2-3 · [T] skills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77240" y="323697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25526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구성·테마·꾸미기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971800" y="32552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429000" y="325526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3-2-4 · [T] 1-6-1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77240" y="353872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3557016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멀티페이지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971800" y="35570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429000" y="355701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3-2-5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77240" y="384048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385876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이미지 라이브러리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971800" y="38587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429000" y="385876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CLAUDE §이미지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77240" y="4142232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1605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게시 (URL · OG)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971800" y="4160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429000" y="41605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1-4 §게시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77240" y="444398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446227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데이터 연결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71800" y="44622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429000" y="44622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3-10 §에디터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336792" y="22860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Ⓝ 내 페이지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336792" y="2578608"/>
            <a:ext cx="50749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36792" y="26517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공유 · 복제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8531352" y="26517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8988552" y="26517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3-9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336792" y="292608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36792" y="294436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새 페이지 만들기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531352" y="29443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8988552" y="294436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3-14 · [T] 1-1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336792" y="321868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36792" y="3236976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페이지 통계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531352" y="32369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8988552" y="323697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3-11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6336792" y="351129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36792" y="352958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버전 관리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8531352" y="352958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988552" y="352958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3-15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336792" y="380390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36792" y="38221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주소 · 비밀번호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8531352" y="38221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382219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3-5 · [SV] 1-4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6336792" y="4096512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36792" y="41148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데이터 관리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8531352" y="4114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8988552" y="41148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3-10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6336792" y="44348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Ⓒ 내 계정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36792" y="4727448"/>
            <a:ext cx="50749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336792" y="48006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요금 · 결제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8531352" y="4800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988552" y="4800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3-8 §크레딧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6336792" y="507492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336792" y="509320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권한 관리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8531352" y="50932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8988552" y="509320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3-13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6336792" y="536752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336792" y="5385816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내 주소 설정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8531352" y="5385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8988552" y="538581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3-5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6336792" y="566013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336792" y="567842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가입 · 로그인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8531352" y="567842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8988552" y="567842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3-6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— cdbd-templates 볼트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볼트에 어떤 CdBd 기능이 있고, 각각 어느 파일에 있는지 이렇게 적습니다.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49377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57860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cdbd-templates/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290779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├─ CLAUDE.md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0" y="290779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@경로 가이드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51560" y="323697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_기능별 경로 가이드.md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0" y="323697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오른쪽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51560" y="35661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.claude/skills/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3895344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└─ cdbd-card-automation/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389534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자동화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051560" y="422452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1. 작업 가이드/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455371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├─ 1-6-2. CdBd 카드 기능.md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0" y="455371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51560" y="488289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├─ 1-6-1. CdBd 에디터.md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40480" y="488289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구성·꾸미기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51560" y="521208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└─ 1-1. 워크플로우.md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840480" y="5212080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생성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989320" y="2377440"/>
            <a:ext cx="5425135" cy="3611880"/>
          </a:xfrm>
          <a:prstGeom prst="roundRect">
            <a:avLst>
              <a:gd name="adj" fmla="val 3038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3640" y="2560320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_기능별 경로 가이드.md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263640" y="2871216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볼트에 있는 CdBd 기능 → 어느 파일에 있나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63640" y="3246120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카드 기능 15종  (상품·예약·유튜브·SNS…)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391656" y="3474720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1-6-2. CdBd 카드 기능.md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263640" y="3794760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새 페이지 추가  (템플릿에서 생성)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391656" y="4023360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1-1. 워크플로우.md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263640" y="4343400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페이지 구성·꾸미기  (테마·배경·여백)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391656" y="4572000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1-6-1. CdBd 에디터.md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263640" y="4892040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카드 자동화  (순서·핀·복제·삭제)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91656" y="5120640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.claude/skills/cdbd-card-automation/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263640" y="5623560"/>
            <a:ext cx="4876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＊ 시안·프리셋·팔레트 = Figma 제작 · 상세페이지 = 어드민 → 같은 파일에 구분해 따로 담습니다.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④ 제작 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볼트를 끝까지 → 확산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곳(cdbd-templates)을 완성·검증한 뒤, 나머지 볼트로 그대로 복제합니다.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05840" y="2487168"/>
            <a:ext cx="0" cy="3108960"/>
          </a:xfrm>
          <a:prstGeom prst="line">
            <a:avLst/>
          </a:prstGeom>
          <a:noFill/>
          <a:ln w="15875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2286000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35608" y="22860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확정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435608" y="2596896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대분류(대시보드 · 에디터)를 합의하고 첫 볼트를 고른다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042855" y="2304288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14" name="Text 12"/>
          <p:cNvSpPr/>
          <p:nvPr/>
        </p:nvSpPr>
        <p:spPr>
          <a:xfrm>
            <a:off x="10042855" y="230428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4672" y="2907792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2907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35608" y="2907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문서 작성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435608" y="3218688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볼트의 CdBd 기능 → 정확한 파일·섹션을 매핑하고 경로를 검증한다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042855" y="29260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20" name="Text 18"/>
          <p:cNvSpPr/>
          <p:nvPr/>
        </p:nvSpPr>
        <p:spPr>
          <a:xfrm>
            <a:off x="10042855" y="29260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0.5일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4672" y="3529584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35295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35608" y="35295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CLAUDE.md 연결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435608" y="3840480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볼트 CLAUDE.md 맨 위에 @_기능별 경로 가이드.md 한 줄을 넣는다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042855" y="354787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26" name="Text 24"/>
          <p:cNvSpPr/>
          <p:nvPr/>
        </p:nvSpPr>
        <p:spPr>
          <a:xfrm>
            <a:off x="10042855" y="354787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5분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4672" y="4151376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4151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435608" y="415137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검증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1435608" y="4462272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“상품 카드 넣어줘” 등으로 Claude가 올바른 파일을 여는지 확인한다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042855" y="4169664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32" name="Text 30"/>
          <p:cNvSpPr/>
          <p:nvPr/>
        </p:nvSpPr>
        <p:spPr>
          <a:xfrm>
            <a:off x="10042855" y="416966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10분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04672" y="4773168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4" name="Text 32"/>
          <p:cNvSpPr/>
          <p:nvPr/>
        </p:nvSpPr>
        <p:spPr>
          <a:xfrm>
            <a:off x="804672" y="4773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435608" y="477316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나머지 볼트 확산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1435608" y="5084064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통과하면 나머지 4개 볼트에 같은 경로 문서를 복제한다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10042855" y="4791456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38" name="Text 36"/>
          <p:cNvSpPr/>
          <p:nvPr/>
        </p:nvSpPr>
        <p:spPr>
          <a:xfrm>
            <a:off x="10042855" y="479145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04672" y="5394960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40" name="Text 38"/>
          <p:cNvSpPr/>
          <p:nvPr/>
        </p:nvSpPr>
        <p:spPr>
          <a:xfrm>
            <a:off x="804672" y="5394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435608" y="53949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플러그인 배포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1435608" y="5705856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경로 가이드·브랜드 토큰을 묶어 어느 볼트에서도 로드되게 한다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10042855" y="5413248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44" name="Text 42"/>
          <p:cNvSpPr/>
          <p:nvPr/>
        </p:nvSpPr>
        <p:spPr>
          <a:xfrm>
            <a:off x="10042855" y="54132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이후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⑤ 플러그인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구조만으론 남는 게 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목록+경로 문서는 ‘그 볼트 안’ 발견을 보장합니다. 볼트 경계를 넘는 건 플러그인 몫.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51206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743200"/>
            <a:ext cx="449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 구조가 하는 일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88136" y="3236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35608" y="32186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볼트를 켜면 그 볼트 기능을 다 앎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88136" y="3739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35608" y="37216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@import로 매 세션 강제 로드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88136" y="4242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35608" y="4224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허브 목록으로 전체를 봄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088136" y="4745736"/>
            <a:ext cx="449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단, ‘그 볼트를 켰을 때’ 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309360" y="2487168"/>
            <a:ext cx="5120640" cy="2697480"/>
          </a:xfrm>
          <a:prstGeom prst="roundRect">
            <a:avLst>
              <a:gd name="adj" fmla="val 4746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0256" y="2743200"/>
            <a:ext cx="449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플러그인이 더 하는 일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20256" y="3236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67728" y="32186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어느 볼트·맨 바깥에서 켜도 로드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967728" y="3456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위치에 안 묶임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620256" y="3739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67728" y="37216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마켓플레이스에서 자동 최신화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967728" y="39593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수동 설치 X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20256" y="4242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967728" y="42245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볼트를 넘는 라우팅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967728" y="446227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볼트 기능의 위치까지 안내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77240" y="5486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 구조 = 볼트 내부용 · 플러그인 = 볼트 경계를 넘는 발견용 — 대체재가 아니라 보완재.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77240" y="5806440"/>
            <a:ext cx="10637215" cy="384048"/>
          </a:xfrm>
          <a:prstGeom prst="roundRect">
            <a:avLst>
              <a:gd name="adj" fmla="val 23810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3272" y="5806440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팀원 설치는 한 줄:  /plugin marketplace add CdBd-in/cdbd-plugin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⑤ 플러그인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플러그인이 담는 건 ‘통합 기능 경로 가이드’ 하나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5개 볼트의 경로 가이드를 하나로 합친 파일 — 이게 하는 역할은 셋입니다.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49377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578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플러그인이 담는 것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51560" y="2999232"/>
            <a:ext cx="4389120" cy="530352"/>
          </a:xfrm>
          <a:prstGeom prst="roundRect">
            <a:avLst>
              <a:gd name="adj" fmla="val 17241"/>
            </a:avLst>
          </a:prstGeom>
          <a:solidFill>
            <a:srgbClr val="EEEAFB"/>
          </a:solidFill>
          <a:ln w="15875">
            <a:solidFill>
              <a:srgbClr val="6C4C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999232"/>
            <a:ext cx="4389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기능 경로 가이드 (.md 한 장)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367588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 5개 볼트의 _기능별 경로 가이드를 하나로 합침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51560" y="4041648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40416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templates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920240" y="4041648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20240" y="40416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service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88920" y="4041648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88920" y="40416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system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0" y="4041648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0" y="40416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marketing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26280" y="4041648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40416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qrstp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51560" y="468172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이건 플러그인이 아님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51560" y="4956048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브랜드 토큰 · Figma MCP → Figma 작업용 도구</a:t>
            </a:r>
            <a:endParaRPr lang="en-US" sz="10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로그인 정보 → 비밀이라 각자 로컬(~/.config)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89320" y="2377440"/>
            <a:ext cx="5425135" cy="3611880"/>
          </a:xfrm>
          <a:prstGeom prst="roundRect">
            <a:avLst>
              <a:gd name="adj" fmla="val 3038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2578608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가이드가 하는 일 (역할)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63640" y="3081528"/>
            <a:ext cx="365760" cy="36576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8" name="Text 26"/>
          <p:cNvSpPr/>
          <p:nvPr/>
        </p:nvSpPr>
        <p:spPr>
          <a:xfrm>
            <a:off x="6263640" y="3081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766560" y="306324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위치 무관 발견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766560" y="3364992"/>
            <a:ext cx="4373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볼트별 가이드는 그 볼트를 켰을 때만. 통합 가이드는 어느 볼트·맨 바깥에서 켜도 전 CdBd 기능을 안다.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63640" y="4041648"/>
            <a:ext cx="365760" cy="36576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2" name="Text 30"/>
          <p:cNvSpPr/>
          <p:nvPr/>
        </p:nvSpPr>
        <p:spPr>
          <a:xfrm>
            <a:off x="6263640" y="4041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766560" y="402336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볼트를 넘는 라우팅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766560" y="4325112"/>
            <a:ext cx="4373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templates에서 “URL 게시해줘” → “그건 design-service 1-4에 있다”고 안내. 볼트 경계를 알아서 넘는다.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263640" y="5001768"/>
            <a:ext cx="365760" cy="36576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6" name="Text 34"/>
          <p:cNvSpPr/>
          <p:nvPr/>
        </p:nvSpPr>
        <p:spPr>
          <a:xfrm>
            <a:off x="6263640" y="5001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766560" y="498348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한 번 고치면 전원 최신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766560" y="5285232"/>
            <a:ext cx="4373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push하면 마켓플레이스로 팀 전원에 자동 반영. 볼트마다 손댈 필요 없다.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⑤ 플러그인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기능 경로 가이드 — 내용은 이렇게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10p 분류 그대로 · CdBd 기능만 (홈은 구조라 제외). 3개 볼트에 흩어진 걸 한 파일에.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70855" y="1847088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[T] templates  [SV] design-service  [DS] design-system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22860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Ⓔ 에디터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615184"/>
            <a:ext cx="50749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706624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카드 15종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788920" y="270662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[T] 1-6-2 · [DS] 4-x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77240" y="307238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09067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카드 자동화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788920" y="309067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3-2-3 · [T] skills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77240" y="3456432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474720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구성·테마·꾸미기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788920" y="34747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3-2-4 · [T] 1-6-1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77240" y="384048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3858768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멀티페이지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88920" y="3858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3-2-5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77240" y="422452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4242816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이미지 라이브러리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788920" y="4242816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[SV] CLAUDE §이미지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77240" y="460857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4626864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게시 (URL · OG)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788920" y="462686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[SV] 1-4 §게시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77240" y="499262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501091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데이터 연결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788920" y="501091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3-10 §에디터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336792" y="22860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Ⓝ 내 페이지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336792" y="2615184"/>
            <a:ext cx="50749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36792" y="2706624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공유 · 복제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348472" y="270662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3-9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336792" y="2999232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36792" y="3017520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새 페이지 만들기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348472" y="30175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3-14 · [T] 1-1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336792" y="331012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36792" y="3328416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페이지 통계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348472" y="3328416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3-11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336792" y="362102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36792" y="363931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버전 관리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348472" y="363931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3-15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336792" y="393192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36792" y="3950208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주소 · 비밀번호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8348472" y="395020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3-5 · [SV] 1-4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336792" y="424281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36792" y="4261104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데이터 관리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348472" y="426110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3-10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336792" y="4553712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Ⓒ 내 계정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6336792" y="4882896"/>
            <a:ext cx="50749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36792" y="4974336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요금 · 결제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8348472" y="4974336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3-8 §크레딧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6336792" y="526694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36792" y="528523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권한 관리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8348472" y="528523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3-13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336792" y="557784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36792" y="5596128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 주소 설정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8348472" y="559612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3-5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6336792" y="588873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36792" y="5907024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가입 · 로그인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8348472" y="590702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[DS] 3-6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⑤ 플러그인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 제작 후 — 전체 구조와 갱신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저장소 1개(cdbd-plugin)만 추가 · 볼트는 그대로. 가이드가 바뀌면 재생성해 push.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612648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578608"/>
            <a:ext cx="3794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GitHub/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51560" y="2862072"/>
            <a:ext cx="3794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cdbd-plugin/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937760" y="286207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신규 저장소 1개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51560" y="3145536"/>
            <a:ext cx="3794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통합 기능 경로 가이드.md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937760" y="3145536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합본(파생본)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51560" y="3429000"/>
            <a:ext cx="3794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051560" y="3712464"/>
            <a:ext cx="3794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design/  (허브 · 그대로)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51560" y="3995928"/>
            <a:ext cx="3794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 ├─ CdBd 기능 목록 상세.md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37760" y="3995928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마스터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51560" y="4279392"/>
            <a:ext cx="3794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 ├─ cdbd-templates/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937760" y="427939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_경로 가이드 ①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51560" y="4562856"/>
            <a:ext cx="3794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 ├─ cdbd-design-service/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937760" y="4562856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_경로 가이드 ②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51560" y="4846320"/>
            <a:ext cx="3794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 ├─ cdbd-design-system/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937760" y="4846320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_경로 가이드 ③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51560" y="5129784"/>
            <a:ext cx="3794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 ├─ cdbd-marketing/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937760" y="5129784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_경로 가이드 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51560" y="5413248"/>
            <a:ext cx="3794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 └─ makevu-qrstp/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937760" y="5413248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_경로 가이드 ⑤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40880" y="2395728"/>
            <a:ext cx="4373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갱신 흐름 — 한 볼트가 바뀌면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040880" y="2788920"/>
            <a:ext cx="4373575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187184" y="2889504"/>
            <a:ext cx="329184" cy="329184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1" name="Text 29"/>
          <p:cNvSpPr/>
          <p:nvPr/>
        </p:nvSpPr>
        <p:spPr>
          <a:xfrm>
            <a:off x="7187184" y="2889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607808" y="2852928"/>
            <a:ext cx="3733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볼트 가이드 수정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07808" y="3072384"/>
            <a:ext cx="3733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예: templates/_경로 가이드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040880" y="3300984"/>
            <a:ext cx="43735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040880" y="3520440"/>
            <a:ext cx="4373575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187184" y="3621024"/>
            <a:ext cx="329184" cy="329184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7" name="Text 35"/>
          <p:cNvSpPr/>
          <p:nvPr/>
        </p:nvSpPr>
        <p:spPr>
          <a:xfrm>
            <a:off x="7187184" y="36210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607808" y="3584448"/>
            <a:ext cx="3733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통합 가이드 재생성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7607808" y="3803904"/>
            <a:ext cx="3733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병합 스크립트가 5개를 합침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40880" y="4032504"/>
            <a:ext cx="43735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040880" y="4251960"/>
            <a:ext cx="4373575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187184" y="4352544"/>
            <a:ext cx="329184" cy="329184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43" name="Text 41"/>
          <p:cNvSpPr/>
          <p:nvPr/>
        </p:nvSpPr>
        <p:spPr>
          <a:xfrm>
            <a:off x="7187184" y="43525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607808" y="4315968"/>
            <a:ext cx="3733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cdbd-plugin push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7607808" y="4535424"/>
            <a:ext cx="3733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커밋 &amp; 푸시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040880" y="4764024"/>
            <a:ext cx="43735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7040880" y="4983480"/>
            <a:ext cx="4373575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87184" y="5084064"/>
            <a:ext cx="329184" cy="329184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49" name="Text 47"/>
          <p:cNvSpPr/>
          <p:nvPr/>
        </p:nvSpPr>
        <p:spPr>
          <a:xfrm>
            <a:off x="7187184" y="5084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7607808" y="5047488"/>
            <a:ext cx="3733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팀원 자동 반영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7607808" y="5266944"/>
            <a:ext cx="3733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마켓플레이스가 최신본 pull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040880" y="5742432"/>
            <a:ext cx="4373575" cy="45720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 w="15875">
            <a:solidFill>
              <a:srgbClr val="6C4C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223760" y="5742432"/>
            <a:ext cx="4053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⚠ 통합 가이드는 파생본 — 자동 병합해야 원본과 안 갈라집니다.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얼마나 걸리나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구조만이면 약 1주, 작동 방식을 영상으로 채우면 약 2주. (추정치)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5120640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743200"/>
            <a:ext cx="4498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구조 구축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88136" y="32644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볼트 경로 문서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326440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0.5~1일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8136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4볼트 확산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43400" y="366674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2~3일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88136" y="40690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· 검증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43400" y="4069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88136" y="447141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 배포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343400" y="44714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0.5~1일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88136" y="4818888"/>
            <a:ext cx="44988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88136" y="4910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합계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03320" y="4846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≈ 1주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309360" y="2487168"/>
            <a:ext cx="5120640" cy="2788920"/>
          </a:xfrm>
          <a:prstGeom prst="roundRect">
            <a:avLst>
              <a:gd name="adj" fmla="val 4590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0256" y="2743200"/>
            <a:ext cx="4498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영상까지 문서화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20256" y="32644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○ 공백 기능 12개 (통계·계정·요금)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620256" y="366674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◐ 부분 기능 9개 보강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620256" y="4069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수령 → 프레임 추출·작성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0058400" y="4069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+3~5일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620256" y="4818888"/>
            <a:ext cx="44988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20256" y="4910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문서 구조 + 영상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235440" y="4846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≈ 2주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77240" y="55321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※ 숫자는 추정치(예시)입니다. 다음 장에서 ‘어떤 기능에 영상이 필요한가’를 봅니다.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④ 영상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‘작동 방식’을 채운다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생김새(화면 스펙)는 design-system에 있습니다. 영상은 ‘어떻게 작동하나’를 채웁니다.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50592"/>
            <a:ext cx="512064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불필요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9848" y="3090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작동 방식까지 문서화된 기능 (●)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69848" y="3419856"/>
            <a:ext cx="4535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· 게시 · 이미지 등 에디터 기능 — 스킬·작업 문서에 작동 방식이 이미 있습니다.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2450592"/>
            <a:ext cx="5120640" cy="1965960"/>
          </a:xfrm>
          <a:prstGeom prst="roundRect">
            <a:avLst>
              <a:gd name="adj" fmla="val 6512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01968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필요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01968" y="3090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스펙은 있으나 작동 방식이 없는 기능 (◐)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601968" y="3419856"/>
            <a:ext cx="4535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· 계정 · 요금 · 버전 · 권한 등 대시보드 — design-system에 화면 스펙은 있지만 로그인 뒤 ‘어떻게 작동하나’가 없습니다.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61772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원본 영상은 남겨야 하나? — 정본은 텍스트, 원본은 필요할 때만 클라우드에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6696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정본 = 텍스트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96696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‘영상에서 뽑은 문서’가 정본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96696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제작용 소스일 뿐 · 검색은 문서로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14418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33874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원본 영상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633874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필요하면 git 밖 클라우드(구글 드라이브)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33874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 문서에 링크 · 커밋 시 볼트 무거워짐(517MB 전례)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51597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71053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프레임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271053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정지컷 몇 장만 볼트 attachments/ 에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71053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문서에서 ![[…]] 로 바로 보이게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2860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정리하면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3개 중 1번 — 기존 볼트 구조는 유지한다.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기능은 복제 모음집이 아니라 목록 하나로 모은다.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목록은 볼트마다 @import로 강제 로드 →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로그인 뒤 기능만, 원본은 클라우드에.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777240" y="6035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design 볼트  ·  CdBd 기능 목록 상세.md  ·  help@cdbd.in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2026-08-12T01:44:37Z</dcterms:created>
  <dcterms:modified xsi:type="dcterms:W3CDTF">2026-08-12T01:44:37Z</dcterms:modified>
</cp:coreProperties>
</file>