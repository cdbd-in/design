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문서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설계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—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후보 3개 중 무엇을, 왜 고르나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help@cdbd.in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663440" cy="5212080"/>
          </a:xfrm>
          <a:prstGeom prst="roundRect">
            <a:avLst>
              <a:gd name="adj" fmla="val 3137"/>
            </a:avLst>
          </a:prstGeom>
          <a:solidFill>
            <a:srgbClr val="F5F5F7"/>
          </a:solidFill>
          <a:ln/>
        </p:spPr>
      </p:sp>
      <p:sp>
        <p:nvSpPr>
          <p:cNvPr id="8" name="Shape 6"/>
          <p:cNvSpPr/>
          <p:nvPr/>
        </p:nvSpPr>
        <p:spPr>
          <a:xfrm>
            <a:off x="8938260" y="176022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29700" y="187909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39428" y="200710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39428" y="279349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39428" y="297637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9428" y="350672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2308" y="416509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83780" y="134874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75220" y="146761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4948" y="159562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84948" y="238201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4948" y="256489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4948" y="309524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67828" y="375361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OVERVIEW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다루는 것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구조 파악 → 후보 3개 비교·선택 → 새 분류·경로 → 일정·영상.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91640" y="263347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 파일구조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691640" y="3035808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어느 CdBd 기능이 어느 볼트에 있나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43814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58444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91640" y="35661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후보 3개 — 무엇을, 왜 고르나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691640" y="3968496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유지+목록 / 복제 모음집 / 기능 재구조화 → 1번 채택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4370832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5171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91640" y="44988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 기능 분류 · 경로 문서 위치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4901184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안의 에디터 · design 상위 폴더 계층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7240" y="530352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4498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691640" y="5431536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제작 과정 · 소요 시간 · 영상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91640" y="5833872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일정과, 영상이 필요한 기능·아카이빙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① 전체 파일구조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현황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있나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 폴더 design/ 이 5개 볼트를 담고, 기능은 그 안에 흩어져 있습니다.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37215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50545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   (허브 = 모든 볼트의 상위 폴더)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29400" y="250545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전체를 관리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88136" y="278892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29400" y="278892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· 어드민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" y="307238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1-6-2. CdBd 카드 기능.md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29400" y="307238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88136" y="335584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1-6-1. CdBd 에디터.md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29400" y="335584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구성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88136" y="363931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1-7. 템플릿 상세 페이지.md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29400" y="363931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상세페이지·어드민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8136" y="392277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29400" y="392277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 · 이미지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88136" y="420624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룩북/…/1-4. CdBd 콘텐츠.md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29400" y="420624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URL게시·Supabase·이미지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88136" y="448970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cdbd-design-system/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29400" y="448970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스펙 조회 (Figma)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88136" y="477316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5-4. 카드 기획 가이드.md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29400" y="477316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치수·옵션 참조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88136" y="505663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cdbd-marketing/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29400" y="505663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마케팅 — CdBd 기능 아님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88136" y="534009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makevu-qrstp/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629400" y="534009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제품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구조 후보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후보는 셋 — 1번을 고릅니다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‘모든 기능을 다 아는 데 최적화된 구조’를 세 방식으로 놓고 비교합니다.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69848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볼트는 그대로.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허브에 목록 1개 추가.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698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98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026209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26209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82570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6C4CFF"/>
          </a:solidFill>
          <a:ln w="12700">
            <a:solidFill>
              <a:srgbClr val="6C4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82570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＋목록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69848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0" name="Text 18"/>
          <p:cNvSpPr/>
          <p:nvPr/>
        </p:nvSpPr>
        <p:spPr>
          <a:xfrm>
            <a:off x="1069848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✓  채택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414418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88738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4688738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37378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 추가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707026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복사본을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폴더에 모음.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7070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70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3387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3387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6197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197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＋복사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07026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33" name="Text 31"/>
          <p:cNvSpPr/>
          <p:nvPr/>
        </p:nvSpPr>
        <p:spPr>
          <a:xfrm>
            <a:off x="4707026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정답이 둘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051597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25917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6" name="Text 34"/>
          <p:cNvSpPr/>
          <p:nvPr/>
        </p:nvSpPr>
        <p:spPr>
          <a:xfrm>
            <a:off x="8325917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874557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기준 재구조화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344205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기능별로 재편.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344205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44205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에디터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30056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0056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홈…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02569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2569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재편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344205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46" name="Text 44"/>
          <p:cNvSpPr/>
          <p:nvPr/>
        </p:nvSpPr>
        <p:spPr>
          <a:xfrm>
            <a:off x="8344205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맥락 붕괴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2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모음집: ‘정답이 둘’이 된다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모음집을 넣으면 구조는 이렇게 되고 — 갈라짐은 곧 정답이 둘이 되는 문제입니다.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모음집을 넣으면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1752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2841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기능 모음집/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023360" y="332841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새로 추가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63931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카드 기능.md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23360" y="363931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395020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URL 게시.md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023360" y="395020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261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023360" y="426110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457200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023360" y="45720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정보가 서로 달라지나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355080" y="2971800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6355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57416" y="2944368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문서를 수정한다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55080" y="3483864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3483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57416" y="3456432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 복사본도 매번 똑같이 다시 고쳐야 한다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355080" y="3995928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9" name="Text 27"/>
          <p:cNvSpPr/>
          <p:nvPr/>
        </p:nvSpPr>
        <p:spPr>
          <a:xfrm>
            <a:off x="6355080" y="3995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57416" y="3968496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번이라도 빠뜨리면 두 문서가 서로 달라진다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4507992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2" name="Text 30"/>
          <p:cNvSpPr/>
          <p:nvPr/>
        </p:nvSpPr>
        <p:spPr>
          <a:xfrm>
            <a:off x="6355080" y="4507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57416" y="4480560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결국 어느 게 맞는지 아무도 모른다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77240" y="5650992"/>
            <a:ext cx="10637215" cy="502920"/>
          </a:xfrm>
          <a:prstGeom prst="roundRect">
            <a:avLst>
              <a:gd name="adj" fmla="val 18182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3272" y="565099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사례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148840" y="5650992"/>
            <a:ext cx="9082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그린이 #3DF69B(정본) ↔ #4DE98B(복사본)로 두 달간 갈라졌고, 마케팅 14곳이 잘못된 값을 정답으로 삼았습니다. → ‘갈라짐’은 별개 문제가 아니라 ‘정답이 둘’의 결과입니다.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3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재구조화: 실행 맥락이 무너진다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 기능별로 재편하면 구조는 이렇게 되고 — 잃는 게 큽니다.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기능별로 재편하면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에디터/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794760" y="33924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카드·게시·이미지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홈페이지/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794760" y="37216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통계·계정·요금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(templates·service·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51560" y="437997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     system 해체)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94760" y="437997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볼트 사라짐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안 되나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355080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75120" y="28620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자산과 분리된다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75120" y="31546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스킬·워크플로우가 볼트에 묶여 있어 참조가 깨짐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5508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0" y="35478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권한·용량 경계가 무너진다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38404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자료(private)·517MB가 뒤섞임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3550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675120" y="42336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 간 링크가 깨진다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45262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게다가 2026-05에 반대로 결정한 사안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55080" y="4937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4919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makevu는 아예 다른 제품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75120" y="52120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축으로 묶을 수 없음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1 — 채택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 하나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구조는 그대로 두고, 창고(복사본)가 아니라 목록(주소)으로 모읍니다.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4179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— 그대로 + 목록 1개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886200" y="33924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목록(추가)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886200" y="37216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886200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37997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 …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886200" y="43799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1번인가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5508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29077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 갈라진다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75120" y="32186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내용이 아니라 주소만 담아 정답이 하나로 유지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3767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75120" y="37490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맥락을 지킨다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675120" y="405993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스킬·도구 옆에 그대로 있어 바로 작동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55080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75120" y="45902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어디서나 강제 로드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9011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 + (나중에) 플러그인으로 발견 보장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새 기능 분류 (고객 관점)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안에 에디터가 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 제외 · 고객이 쓰는 두 갈래(대시보드 · 에디터). ●◐○로 문서 유무 표시.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상태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28016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508760" y="184708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있음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4320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971800" y="18470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부분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70332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931920" y="18470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→ 문서 없어 영상으로 채울 대상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432304" y="2286000"/>
            <a:ext cx="7315200" cy="603504"/>
          </a:xfrm>
          <a:prstGeom prst="roundRect">
            <a:avLst>
              <a:gd name="adj" fmla="val 18182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32304" y="2286000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(cdbd.in) — 고객이 쓰는 제품 전체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089904" y="2889504"/>
            <a:ext cx="0" cy="20116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46704" y="3090672"/>
            <a:ext cx="5495544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45104" y="3090672"/>
            <a:ext cx="0" cy="-27432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063240"/>
            <a:ext cx="5135728" cy="2450592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32826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Ⓐ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54480" y="3337560"/>
            <a:ext cx="412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대시보드 (계정)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069848" y="3794760"/>
            <a:ext cx="455051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88136" y="39410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362456" y="394106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회원가입 · 로그인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88136" y="421538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362456" y="421538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선택 → 페이지 생성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88136" y="448970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362456" y="448970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· 내 페이지 · 공유 · 버전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88136" y="47640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362456" y="476402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· URL 통계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88136" y="503834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362456" y="503834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· 내 주소 · 권한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88136" y="53126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362456" y="531266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요금 · 결제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846591" y="3090672"/>
            <a:ext cx="0" cy="-27432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78728" y="3063240"/>
            <a:ext cx="5135728" cy="2450592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71336" y="32826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Ⓑ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7055968" y="3337560"/>
            <a:ext cx="412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6571336" y="3794760"/>
            <a:ext cx="455051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9624" y="39410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863944" y="394106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 (+상품·코드)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589624" y="421538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863944" y="421538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구성·꾸미기 · 이미지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589624" y="448970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863944" y="448970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 (URL · OG · 비밀번호)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9624" y="47640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863944" y="476402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연결 (개인화)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777240" y="5669280"/>
            <a:ext cx="10637215" cy="475488"/>
          </a:xfrm>
          <a:prstGeom prst="roundRect">
            <a:avLst>
              <a:gd name="adj" fmla="val 19231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33272" y="56692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공백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2148840" y="5669280"/>
            <a:ext cx="90827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대시보드(계정)는 대부분 ○ — 로그인 뒤에서만 보여 문서가 없습니다. 여기가 영상으로 채울 1순위. (어드민은 제외 → 팀 운영)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기능 경로 문서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어디에 · 어떤 구조로 두나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design/ 이 상위 폴더 — 목록은 맨 위 1장, 경로 문서는 각 볼트 안에 1장씩.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6217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57860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754880" y="257860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= 최상위 폴더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9848" y="286664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754880" y="286664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전체 목록 (여기 1장)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69848" y="315468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9848" y="344271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54880" y="3442716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(하위 폴더)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69848" y="373075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CLAUDE.md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54880" y="373075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@_기능별 경로 가이드.md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69848" y="401878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├─ _기능별 경로 가이드.md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754880" y="401878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이 볼트 경로 문서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69848" y="430682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1. 작업 가이드/ …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754880" y="430682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정본 파일들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69848" y="459486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69848" y="488289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69848" y="517093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517093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볼트마다 하나씩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69848" y="545896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└─ design-system · marketing · makevu …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754880" y="545896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패턴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60920" y="2377440"/>
            <a:ext cx="4053535" cy="1664208"/>
          </a:xfrm>
          <a:prstGeom prst="roundRect">
            <a:avLst>
              <a:gd name="adj" fmla="val 6593"/>
            </a:avLst>
          </a:prstGeom>
          <a:solidFill>
            <a:srgbClr val="EEEAFB"/>
          </a:solidFill>
          <a:ln w="15875">
            <a:solidFill>
              <a:srgbClr val="6C4C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16952" y="256032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허브 목록 — 왜 design에?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616952" y="2889504"/>
            <a:ext cx="354147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design은 모든 볼트의 상위 폴더 — 볼트를 가로지르는 목록은 여기에만 둘 수 있습니다. 한 볼트에 넣으면 다른 볼트에선 안 보입니다.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60920" y="4224528"/>
            <a:ext cx="4053535" cy="1719072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16952" y="440740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볼트 경로 문서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16952" y="4754880"/>
            <a:ext cx="35414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CLAUDE.md가 @import로 강제 로드 → 그 볼트를 켜면 Claude가 기능→파일을 다 압니다.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목록 파일이 하는 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목록 상세.md 란?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쓰는 기준(8p 분류)으로 묶었습니다 — 대시보드 · 에디터 두 갈래. 어드민은 제외.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79415" y="18470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 있음  ◐ 부분  ○ 없음   ·   [T] templates  [SV] design-service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Ⓑ 에디터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596896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6883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15종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17520" y="268833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74720" y="26883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1-6-2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299466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017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상품·코드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017520" y="301752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74720" y="30175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1-6-2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32384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3467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자동화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017520" y="334670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74720" y="33467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skills/card-automation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365302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6758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구성·꾸미기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017520" y="36758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74720" y="36758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1-6-1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77240" y="3982212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0050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이미지 라이브러리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017520" y="40050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474720" y="40050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CLAUDE §이미지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77240" y="431139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3342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URL 게시 · OG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017520" y="433425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74720" y="43342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§URL 게시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77240" y="464058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4663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게시 자동화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017520" y="46634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474720" y="46634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§Supabase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77240" y="496976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49926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페이지 비밀번호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017520" y="499262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474720" y="49926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모달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77240" y="52989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" y="53218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데이터 연결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017520" y="532180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474720" y="53218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336792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Ⓐ 대시보드 (계정)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6336792" y="2596896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36792" y="26883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회원가입 · 로그인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577072" y="268833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9034272" y="26883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336792" y="299466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36792" y="3017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템플릿 페이지 생성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577072" y="301752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034272" y="30175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1-1 워크플로우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336792" y="332384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36792" y="33467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홈 · 내 페이지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577072" y="334670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9034272" y="33467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336792" y="365302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36792" y="36758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공유 복제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8577072" y="36758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9034272" y="36758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336792" y="3982212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336792" y="40050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버전 기록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577072" y="40050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9034272" y="40050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6336792" y="431139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336792" y="43342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페이지 · URL 통계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8577072" y="433425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9034272" y="43342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336792" y="464058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336792" y="4663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계정 · 내 주소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8577072" y="46634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9034272" y="46634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336792" y="496976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336792" y="49926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권한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577072" y="499262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9034272" y="49926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336792" y="52989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336792" y="53218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요금 · 결제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8577072" y="532180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9034272" y="53218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quota 실측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— cdbd-templates 볼트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볼트에 어떤 CdBd 기능이 있고, 각각 어느 파일에 있는지 이렇게 적습니다.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49377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57860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cdbd-templates/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290779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├─ CLAUDE.md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0" y="290779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@경로 가이드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51560" y="323697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_기능별 경로 가이드.md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0" y="323697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오른쪽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51560" y="35661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.claude/skills/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389534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└─ cdbd-card-automation/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389534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자동화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51560" y="422452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1. 작업 가이드/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455371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├─ 1-6-2. CdBd 카드 기능.md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0" y="455371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51560" y="488289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├─ 1-6-1. CdBd 에디터.md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0480" y="488289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구성·꾸미기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51560" y="52120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└─ 1-1. 워크플로우.md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840480" y="521208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생성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989320" y="2377440"/>
            <a:ext cx="5425135" cy="3611880"/>
          </a:xfrm>
          <a:prstGeom prst="roundRect">
            <a:avLst>
              <a:gd name="adj" fmla="val 3038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3640" y="256032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_기능별 경로 가이드.md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263640" y="2871216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볼트에 있는 CdBd 기능 → 어느 파일에 있나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63640" y="324612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카드 기능 15종  (상품·예약·유튜브·SNS…)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91656" y="347472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1-6-2. CdBd 카드 기능.md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63640" y="379476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 페이지 추가  (템플릿에서 생성)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391656" y="402336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1-1. 워크플로우.md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263640" y="434340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페이지 구성·꾸미기  (테마·배경·여백)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391656" y="457200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1-6-1. CdBd 에디터.md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263640" y="489204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카드 자동화  (순서·핀·복제·삭제)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91656" y="512064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.claude/skills/cdbd-card-automation/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263640" y="5623560"/>
            <a:ext cx="4876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＊ 시안·프리셋·팔레트 = Figma 제작 · 상세페이지 = 어드민 → 같은 파일에 구분해 따로 담습니다.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제작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볼트를 끝까지 → 확산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곳(cdbd-templates)을 완성·검증한 뒤, 나머지 볼트로 그대로 복제합니다.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2487168"/>
            <a:ext cx="0" cy="3108960"/>
          </a:xfrm>
          <a:prstGeom prst="line">
            <a:avLst/>
          </a:prstGeom>
          <a:noFill/>
          <a:ln w="15875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2286000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22860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확정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435608" y="2596896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대분류(대시보드 · 에디터)를 합의하고 첫 볼트를 고른다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042855" y="2304288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14" name="Text 12"/>
          <p:cNvSpPr/>
          <p:nvPr/>
        </p:nvSpPr>
        <p:spPr>
          <a:xfrm>
            <a:off x="10042855" y="230428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" y="2907792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907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35608" y="2907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문서 작성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35608" y="3218688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볼트의 CdBd 기능 → 정확한 파일·섹션을 매핑하고 경로를 검증한다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042855" y="29260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20" name="Text 18"/>
          <p:cNvSpPr/>
          <p:nvPr/>
        </p:nvSpPr>
        <p:spPr>
          <a:xfrm>
            <a:off x="10042855" y="29260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0.5일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4672" y="3529584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35295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35608" y="35295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CLAUDE.md 연결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435608" y="3840480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 CLAUDE.md 맨 위에 @_기능별 경로 가이드.md 한 줄을 넣는다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042855" y="354787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26" name="Text 24"/>
          <p:cNvSpPr/>
          <p:nvPr/>
        </p:nvSpPr>
        <p:spPr>
          <a:xfrm>
            <a:off x="10042855" y="35478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5분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4672" y="4151376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151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435608" y="415137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435608" y="4462272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“상품 카드 넣어줘” 등으로 Claude가 올바른 파일을 여는지 확인한다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042855" y="4169664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32" name="Text 30"/>
          <p:cNvSpPr/>
          <p:nvPr/>
        </p:nvSpPr>
        <p:spPr>
          <a:xfrm>
            <a:off x="10042855" y="416966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10분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04672" y="4773168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4" name="Text 32"/>
          <p:cNvSpPr/>
          <p:nvPr/>
        </p:nvSpPr>
        <p:spPr>
          <a:xfrm>
            <a:off x="804672" y="4773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435608" y="477316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나머지 볼트 확산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1435608" y="5084064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통과하면 나머지 4개 볼트에 같은 경로 문서를 복제한다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10042855" y="4791456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38" name="Text 36"/>
          <p:cNvSpPr/>
          <p:nvPr/>
        </p:nvSpPr>
        <p:spPr>
          <a:xfrm>
            <a:off x="10042855" y="479145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04672" y="5394960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40" name="Text 38"/>
          <p:cNvSpPr/>
          <p:nvPr/>
        </p:nvSpPr>
        <p:spPr>
          <a:xfrm>
            <a:off x="804672" y="5394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435608" y="53949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 배포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1435608" y="5705856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경로 가이드·브랜드 토큰을 묶어 어느 볼트에서도 로드되게 한다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10042855" y="5413248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44" name="Text 42"/>
          <p:cNvSpPr/>
          <p:nvPr/>
        </p:nvSpPr>
        <p:spPr>
          <a:xfrm>
            <a:off x="10042855" y="54132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이후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⑤ 플러그인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구조만으론 남는 게 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목록+경로 문서는 ‘그 볼트 안’ 발견을 보장합니다. 볼트 경계를 넘는 건 플러그인 몫.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51206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743200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 구조가 하는 일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88136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32186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볼트를 켜면 그 볼트 기능을 다 앎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88136" y="3739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35608" y="37216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@import로 매 세션 강제 로드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88136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35608" y="4224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허브 목록으로 전체를 봄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88136" y="4745736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단, ‘그 볼트를 켰을 때’ 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309360" y="2487168"/>
            <a:ext cx="5120640" cy="2697480"/>
          </a:xfrm>
          <a:prstGeom prst="roundRect">
            <a:avLst>
              <a:gd name="adj" fmla="val 4746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0256" y="2743200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플러그인이 더 하는 일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20256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67728" y="32186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어느 볼트·맨 바깥에서 켜도 로드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967728" y="3456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위치에 안 묶임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20256" y="3739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67728" y="37216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마켓플레이스에서 자동 최신화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967728" y="39593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수동 설치 X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20256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967728" y="42245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볼트를 넘는 라우팅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967728" y="44622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볼트 기능의 위치까지 안내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77240" y="5486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 구조 = 볼트 내부용 · 플러그인 = 볼트 경계를 넘는 발견용 — 대체재가 아니라 보완재.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77240" y="5806440"/>
            <a:ext cx="10637215" cy="384048"/>
          </a:xfrm>
          <a:prstGeom prst="roundRect">
            <a:avLst>
              <a:gd name="adj" fmla="val 23810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3272" y="5806440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팀원 설치는 한 줄:  /plugin marketplace add CdBd-in/cdbd-plugin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⑤ 플러그인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플러그인이 담는 건 ‘통합 기능 경로 가이드’ 하나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5개 볼트의 경로 가이드를 하나로 합친 파일 — 이게 하는 역할은 셋입니다.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49377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578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플러그인이 담는 것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51560" y="2999232"/>
            <a:ext cx="4389120" cy="530352"/>
          </a:xfrm>
          <a:prstGeom prst="roundRect">
            <a:avLst>
              <a:gd name="adj" fmla="val 17241"/>
            </a:avLst>
          </a:prstGeom>
          <a:solidFill>
            <a:srgbClr val="EEEAFB"/>
          </a:solidFill>
          <a:ln w="15875">
            <a:solidFill>
              <a:srgbClr val="6C4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999232"/>
            <a:ext cx="4389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기능 경로 가이드 (.md 한 장)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36758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 5개 볼트의 _기능별 경로 가이드를 하나로 합침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5156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templates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2024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2024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service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8892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8892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marketing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2628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qrstp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51560" y="46817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이건 플러그인이 아님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51560" y="4956048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브랜드 토큰 · Figma MCP → Figma 작업용 도구</a:t>
            </a:r>
            <a:endParaRPr lang="en-US" sz="10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로그인 정보 → 비밀이라 각자 로컬(~/.config)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89320" y="2377440"/>
            <a:ext cx="5425135" cy="3611880"/>
          </a:xfrm>
          <a:prstGeom prst="roundRect">
            <a:avLst>
              <a:gd name="adj" fmla="val 3038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2578608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가이드가 하는 일 (역할)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63640" y="3081528"/>
            <a:ext cx="365760" cy="36576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8" name="Text 26"/>
          <p:cNvSpPr/>
          <p:nvPr/>
        </p:nvSpPr>
        <p:spPr>
          <a:xfrm>
            <a:off x="6263640" y="3081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766560" y="3063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위치 무관 발견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766560" y="3364992"/>
            <a:ext cx="4373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볼트별 가이드는 그 볼트를 켰을 때만. 통합 가이드는 어느 볼트·맨 바깥에서 켜도 전 CdBd 기능을 안다.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63640" y="4041648"/>
            <a:ext cx="365760" cy="36576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766560" y="402336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볼트를 넘는 라우팅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766560" y="4325112"/>
            <a:ext cx="4373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templates에서 “URL 게시해줘” → “그건 design-service 1-4에 있다”고 안내. 볼트 경계를 알아서 넘는다.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263640" y="5001768"/>
            <a:ext cx="365760" cy="36576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6" name="Text 34"/>
          <p:cNvSpPr/>
          <p:nvPr/>
        </p:nvSpPr>
        <p:spPr>
          <a:xfrm>
            <a:off x="6263640" y="5001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766560" y="49834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번 고치면 전원 최신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766560" y="5285232"/>
            <a:ext cx="4373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push하면 마켓플레이스로 팀 전원에 자동 반영. 볼트마다 손댈 필요 없다.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얼마나 걸리나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구조만이면 약 1주, ○ 공백 기능을 영상으로 채우면 약 2주. (추정치)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구조 구축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88136" y="32644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볼트 경로 문서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32644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8136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4볼트 확산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43400" y="366674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2~3일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88136" y="4069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· 검증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43400" y="4069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88136" y="447141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 배포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43400" y="44714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8813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8136" y="4910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합계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1주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30936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025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영상까지 문서화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20256" y="32644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○ 공백 기능 12개 (통계·계정·요금)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620256" y="36667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◐ 부분 기능 9개 보강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620256" y="4069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수령 → 프레임 추출·작성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058400" y="4069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+3~5일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62025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0256" y="4910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문서 구조 + 영상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23544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2주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77240" y="55321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※ 숫자는 추정치(예시)입니다. 다음 장에서 ‘어떤 기능에 영상이 필요한가’를 봅니다.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영상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‘일부’ 기능만 필요하다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문서화된 기능엔 불필요. 로그인 뒤 화면 흐름인 기능만 영상이 도움이 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불필요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984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 텍스트로 정리된 ● 기능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6984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 · 카드 자동화 · URL 게시 · 이미지 라이브러리 — 스킬·문서가 이미 있어 화면 녹화가 새로 알려줄 게 없습니다.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196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필요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0196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로그인 뒤에서만 보이는 ○ 공백 기능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0196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· 계정 · 요금 · 버전 · 공유 복제 · 데이터 연결 — UI 흐름이라 텍스트로 유추 불가, 화면이 정확한 문서화에 도움.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61772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영상은 남겨야 하나? — 정본은 텍스트, 원본은 필요할 때만 클라우드에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6696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정본 = 텍스트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96696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‘영상에서 뽑은 문서’가 정본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96696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제작용 소스일 뿐 · 검색은 문서로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14418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33874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영상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633874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필요하면 git 밖 클라우드(구글 드라이브)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33874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문서에 링크 · 커밋 시 볼트 무거워짐(517MB 전례)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51597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71053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프레임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271053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정지컷 몇 장만 볼트 attachments/ 에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71053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문서에서 ![[…]] 로 바로 보이게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286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정리하면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3개 중 1번 — 기존 볼트 구조는 유지한다.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기능은 복제 모음집이 아니라 목록 하나로 모은다.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볼트마다 @import로 강제 로드 →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로그인 뒤 기능만, 원본은 클라우드에.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7724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CdBd 기능 목록 상세.md  ·  help@cdbd.in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2026-08-11T12:04:39Z</dcterms:created>
  <dcterms:modified xsi:type="dcterms:W3CDTF">2026-08-11T12:04:39Z</dcterms:modified>
</cp:coreProperties>
</file>