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문서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설계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기능을 다 아는 데 최적화된 파일 구조 —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구조 유지 vs 모음집 추가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help@cdbd.in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C4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9728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모으는 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6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폴더가 아니라 목록이다.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77240" y="2971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본문은 볼트에 그대로 두고, 위치는 목록 하나로 가리킨다.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4389120"/>
            <a:ext cx="10637215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46634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96개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54406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2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전체 기능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06240" y="46634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7개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206240" y="54406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2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Claude가 발견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46634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1개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635240" y="54406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2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필요한 건 목록 하나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638251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· MOBILE PAGE BUILDER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다루는 4가지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결정 → 새 분류 → 경로 문서 → 일정 순으로 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67919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기존 구조 vs 모음집 추가 구조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3081528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어떻게 달라지고, 어떤 문제가 생기나 (시각 비교)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630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611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 기능 분류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91640" y="4014216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제외 · 홈페이지 안에 에디터가 있는 구조로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41655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6285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91640" y="4544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경로 문서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4946904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" y="53492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49554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91640" y="54772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제작 과정과 소요 시간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91640" y="587959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문서만 vs 영상까지 포함했을 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8192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 기존 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구조 비교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볼트는 ‘제작 도메인’으로 나뉜다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기준이 아니라 ‘팀이 무엇을 만드는가’로 나뉘어 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61104" y="2395728"/>
            <a:ext cx="3657600" cy="658368"/>
          </a:xfrm>
          <a:prstGeom prst="roundRect">
            <a:avLst>
              <a:gd name="adj" fmla="val 13889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1104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(허브)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61104" y="27797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문서 · 전체 지도가 사는 곳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89904" y="3054096"/>
            <a:ext cx="0" cy="25603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83080" y="3310128"/>
            <a:ext cx="8613648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60494" y="3310128"/>
            <a:ext cx="0" cy="329184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639312"/>
            <a:ext cx="1966509" cy="1847088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1832" y="3822192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cdbd-templates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41832" y="4169664"/>
            <a:ext cx="163732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" y="4297680"/>
            <a:ext cx="16373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카드·자동화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상세페이지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1832" y="5084064"/>
            <a:ext cx="1637325" cy="274320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" y="5084064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최활성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928171" y="3310128"/>
            <a:ext cx="0" cy="329184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44917" y="3639312"/>
            <a:ext cx="1966509" cy="1847088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9509" y="3822192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design-service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109509" y="4169664"/>
            <a:ext cx="163732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09509" y="4297680"/>
            <a:ext cx="16373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URL 게시 · OG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라이브러리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109509" y="5084064"/>
            <a:ext cx="1637325" cy="274320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3109509" y="5084064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고객 자료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95848" y="3310128"/>
            <a:ext cx="0" cy="329184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12593" y="3639312"/>
            <a:ext cx="1966509" cy="1847088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77185" y="3822192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design-system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277185" y="4169664"/>
            <a:ext cx="163732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77185" y="4297680"/>
            <a:ext cx="16373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스펙 조회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아이콘·컴포넌트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277185" y="5084064"/>
            <a:ext cx="1637325" cy="274320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33" name="Text 31"/>
          <p:cNvSpPr/>
          <p:nvPr/>
        </p:nvSpPr>
        <p:spPr>
          <a:xfrm>
            <a:off x="5277185" y="5084064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Figma 제작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63524" y="3310128"/>
            <a:ext cx="0" cy="329184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80270" y="3639312"/>
            <a:ext cx="1966509" cy="1847088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44862" y="3822192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cdbd-marketing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444862" y="4169664"/>
            <a:ext cx="163732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44862" y="4297680"/>
            <a:ext cx="16373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블로그 · 매거진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썸네일·본문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444862" y="5084064"/>
            <a:ext cx="1637325" cy="274320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40" name="Text 38"/>
          <p:cNvSpPr/>
          <p:nvPr/>
        </p:nvSpPr>
        <p:spPr>
          <a:xfrm>
            <a:off x="7444862" y="5084064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마케팅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0431201" y="3310128"/>
            <a:ext cx="0" cy="329184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447947" y="3639312"/>
            <a:ext cx="1966509" cy="1847088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12539" y="3822192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makevu-qrstp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9612539" y="4169664"/>
            <a:ext cx="163732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12539" y="4297680"/>
            <a:ext cx="163732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스탬프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이벤트 페이지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612539" y="5084064"/>
            <a:ext cx="1637325" cy="274320"/>
          </a:xfrm>
          <a:prstGeom prst="roundRect">
            <a:avLst>
              <a:gd name="adj" fmla="val 50000"/>
            </a:avLst>
          </a:prstGeom>
          <a:solidFill>
            <a:srgbClr val="EEEAFB"/>
          </a:solidFill>
          <a:ln/>
        </p:spPr>
      </p:sp>
      <p:sp>
        <p:nvSpPr>
          <p:cNvPr id="47" name="Text 45"/>
          <p:cNvSpPr/>
          <p:nvPr/>
        </p:nvSpPr>
        <p:spPr>
          <a:xfrm>
            <a:off x="9612539" y="5084064"/>
            <a:ext cx="16373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별도 제품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77240" y="5797296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기능이 여러 볼트에 흩어진 건 정상입니다 — 볼트는 ‘제작 축’, 기능은 ‘고객 축’. 두 축은 원래 안 맞습니다.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 모음집 추가 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구조 비교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본문을 복제해 모으면?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‘기능 모음집’ 폴더가 각 볼트의 본문을 복사해 옵니다 — 여기서 문제가 시작됩니다.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08960" y="2450592"/>
            <a:ext cx="5943600" cy="658368"/>
          </a:xfrm>
          <a:prstGeom prst="roundRect">
            <a:avLst>
              <a:gd name="adj" fmla="val 16667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0" y="245059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＋ 기능 모음집 폴더  (본문 복사본)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321868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↑  각 볼트 본문을 복제해 끌어옴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4114800"/>
            <a:ext cx="336285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272" y="4370832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33272" y="4370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54480" y="4370832"/>
            <a:ext cx="2402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정답이 둘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33272" y="4901184"/>
            <a:ext cx="28507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원본이 바뀌면 복사본은 그대로 낡습니다. 한 기능에 서로 다른 두 정답이 생깁니다.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14418" y="4114800"/>
            <a:ext cx="336285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70450" y="4370832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8" name="Text 16"/>
          <p:cNvSpPr/>
          <p:nvPr/>
        </p:nvSpPr>
        <p:spPr>
          <a:xfrm>
            <a:off x="4670450" y="4370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91658" y="4370832"/>
            <a:ext cx="2402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갈라짐 (drift)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670450" y="4901184"/>
            <a:ext cx="28507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그린이 #3DF69B ↔ #4DE98B로 두 달간 갈라졌는데 아무도 몰랐습니다.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51597" y="4114800"/>
            <a:ext cx="336285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07629" y="4370832"/>
            <a:ext cx="402336" cy="402336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07629" y="4370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828837" y="4370832"/>
            <a:ext cx="2402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동기화 실패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07629" y="4901184"/>
            <a:ext cx="28507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 하나가 45일 낡았던 일. ‘사람이 기억해서’ 유지하는 방식은 반드시 실패합니다.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77240" y="59436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복제는 파편화를 줄이는 게 아니라, 가장 나쁜 파편화(진실이 갈라짐)를 만듭니다.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판단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구조 비교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창고가 아니라 ‘목록’으로 모은다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‘한곳에서 다 보기’는 본문 복사본(창고)이 아니라 주소 목록(인덱스)으로 이룹니다.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창고 — 복제 모음집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3218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복사본을 한곳에 쌓아둠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94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675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원본이 바뀌면 낡음 → 갈라짐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5608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‘낡은 채로 앎’ = 사실상 모르는 것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35608" y="45902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유지하려면 사람이 계속 챙겨야 함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2487168"/>
            <a:ext cx="5120640" cy="2697480"/>
          </a:xfrm>
          <a:prstGeom prst="roundRect">
            <a:avLst>
              <a:gd name="adj" fmla="val 4746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 — 인덱스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20256" y="3236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67728" y="3218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→ 위치 주소만 담음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20256" y="3694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67728" y="3675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내용이 없어 갈라질 게 없음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20256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67728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@import로 매 세션 강제 로드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20256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67728" y="45902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 최신 위치를 가리킴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" y="55321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→  기존 볼트 구조는 그대로 유지 · 목록 하나 추가 · @import 강제 로드 = ‘다 아는’ 구조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 새 기능 분류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기능 분류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안에 에디터가 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어드민은 고객 기능이 아니라 제외 — 고객이 쓰는 축으로 다시 나눴습니다.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32304" y="2331720"/>
            <a:ext cx="7315200" cy="621792"/>
          </a:xfrm>
          <a:prstGeom prst="roundRect">
            <a:avLst>
              <a:gd name="adj" fmla="val 17647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2304" y="2331720"/>
            <a:ext cx="7315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(cdbd.in) — 고객이 쓰는 제품 전체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89904" y="2953512"/>
            <a:ext cx="0" cy="219456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48840" y="3172968"/>
            <a:ext cx="78638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58669" y="3172968"/>
            <a:ext cx="0" cy="7315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24612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" y="34655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ⓐ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90472" y="352044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시작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033272" y="397764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10565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34440" y="4087368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회원가입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51560" y="441655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4398264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선택 → 페이지 생성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95848" y="3172968"/>
            <a:ext cx="0" cy="7315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14418" y="324612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70450" y="34655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ⓑ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127650" y="352044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 (계정)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670450" y="397764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88738" y="410565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71618" y="4087368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· 내 페이지 · 공유 · 버전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688738" y="441655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71618" y="4398264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페이지·URL 통계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688738" y="4727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71618" y="4709160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· 내 주소 · 권한 · 요금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733026" y="3172968"/>
            <a:ext cx="0" cy="73152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51597" y="3246120"/>
            <a:ext cx="3362858" cy="2121408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07629" y="34655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764829" y="3520440"/>
            <a:ext cx="2448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307629" y="3977640"/>
            <a:ext cx="2850794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25917" y="410565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508797" y="4087368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15종 (+상품·코드)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325917" y="441655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508797" y="4398264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구성·꾸미기 · 이미지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325917" y="4727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08797" y="4709160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게시(URL·OG·비밀번호)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325917" y="5038344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508797" y="5020056"/>
            <a:ext cx="27044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77240" y="5559552"/>
            <a:ext cx="10637215" cy="566928"/>
          </a:xfrm>
          <a:prstGeom prst="roundRect">
            <a:avLst>
              <a:gd name="adj" fmla="val 16129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33272" y="555955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828800" y="5559552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어드민(템플릿 등록 · 상세페이지 · 운영 설정)은 팀이 쓰는 기능 → 고객 기능에서 빼고 ‘팀 운영’으로. 문서는 남기되 집계에서 제외.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④ 기능 경로 문서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경로 문서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어디에 · 어떤 구조로 두나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볼트 루트에 1개 + 허브에 목록 1개. 같은 볼트라 링크가 100% 작동합니다.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688336"/>
            <a:ext cx="453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볼트 루트 (self-contained)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69848" y="3072384"/>
            <a:ext cx="4535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cdbd-templates/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├─ CLAUDE.md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│    첫 줄:  @_기능별 경로 가이드.md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│    → 매 세션 강제 로드 (안 읽을 위험 0)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└─ _기능별 경로 가이드.md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 기능 → 정확한 파일·섹션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246888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2688336"/>
            <a:ext cx="453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허브 (design)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01968" y="3072384"/>
            <a:ext cx="4535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design/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└─ CdBd 기능 목록 상세.md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 전체 지도 — 모든 볼트의 기능을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 한 줄씩 ‘가리키기만’ (복제 아님)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      · 상태 ●◐○ · 정확한 파일 위치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468172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라우팅 표 — 이렇게 말하면 → 정본 파일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5029200"/>
            <a:ext cx="10637215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6696" y="50292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“카드 자동화 해줘”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50292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40680" y="5029200"/>
            <a:ext cx="5790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.claude/skills/cdbd-card-automation/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5486400"/>
            <a:ext cx="10637215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6696" y="54864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“상세페이지 등록해줘”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54864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5486400"/>
            <a:ext cx="5790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1-7. 템플릿 상세 페이지.md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77240" y="5943600"/>
            <a:ext cx="10637215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6696" y="59436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“URL 게시해줘”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92040" y="59436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40680" y="5943600"/>
            <a:ext cx="5790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1-4. CdBd 콘텐츠.md  §687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⑤ 제작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볼트를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원리 — 한 곳을 완성·검증한 뒤 나머지로 복제하고, 마지막에 플러그인으로 묶습니다.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3566160"/>
            <a:ext cx="8899855" cy="0"/>
          </a:xfrm>
          <a:prstGeom prst="line">
            <a:avLst/>
          </a:prstGeom>
          <a:noFill/>
          <a:ln w="19050">
            <a:solidFill>
              <a:srgbClr val="6C4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17320" y="333756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1654" y="40233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확정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654" y="457200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97291" y="333756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4" name="Text 12"/>
          <p:cNvSpPr/>
          <p:nvPr/>
        </p:nvSpPr>
        <p:spPr>
          <a:xfrm>
            <a:off x="3197291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81626" y="40233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문서 작성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81626" y="457200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77262" y="333756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18" name="Text 16"/>
          <p:cNvSpPr/>
          <p:nvPr/>
        </p:nvSpPr>
        <p:spPr>
          <a:xfrm>
            <a:off x="4977262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61597" y="40233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CLAUDE.md 연결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61597" y="457200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57233" y="333756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2" name="Text 20"/>
          <p:cNvSpPr/>
          <p:nvPr/>
        </p:nvSpPr>
        <p:spPr>
          <a:xfrm>
            <a:off x="6757233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41568" y="40233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41568" y="457200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37204" y="333756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04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921539" y="40233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+ 스킬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921539" y="457200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17175" y="3337560"/>
            <a:ext cx="457200" cy="457200"/>
          </a:xfrm>
          <a:prstGeom prst="ellipse">
            <a:avLst/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317175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701510" y="402336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배포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01510" y="4572000"/>
            <a:ext cx="1688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7240" y="507492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" y="5230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볼트 = cdbd-templates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51560" y="5541264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 템플릿 상세페이지 만들어줘”로 검증 → Claude가 경로 문서를 보고 올바른 파일을 여는지 확인. 통과하면 나머지 4볼트로 같은 문서를 복제합니다.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제작·일정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걸리나 — 영상 포함 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구조만이면 약 1주, ○ 공백 기능을 영상으로 채우면 약 2주. (추정치)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512064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구조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" y="323697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볼트 경로 문서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23697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8136" y="36210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4볼트 확산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43400" y="36210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2~3일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88136" y="40050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· 검증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4340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88136" y="4389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배포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43400" y="4389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0.5~1일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88136" y="4700016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8136" y="4791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합계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47365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1주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09360" y="2487168"/>
            <a:ext cx="5120640" cy="2651760"/>
          </a:xfrm>
          <a:prstGeom prst="roundRect">
            <a:avLst>
              <a:gd name="adj" fmla="val 4828"/>
            </a:avLst>
          </a:prstGeom>
          <a:solidFill>
            <a:srgbClr val="EEEAFB"/>
          </a:solidFill>
          <a:ln w="19050">
            <a:solidFill>
              <a:srgbClr val="6C4C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0256" y="2743200"/>
            <a:ext cx="4498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영상까지 문서화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0256" y="32369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 공백 기능 12개 (통계·계정·요금)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0256" y="362102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부분 기능 9개 보강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20256" y="40050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수령 → 프레임 추출·작성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0" y="400507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+3~5일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0256" y="4700016"/>
            <a:ext cx="44988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0256" y="4791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문서 구조 + 영상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35440" y="47365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2000" b="1" spc="-40" kern="0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≈ 2주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77240" y="5504688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※ 영상은 화면만 보이고 음성은 못 듣습니다 → 핵심 동작이 화면에 보이게(또는 자막) 녹화해 주세요.  숫자는 추정치(예시)입니다.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정리하면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424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볼트 구조는 유지한다.</a:t>
            </a:r>
            <a:endParaRPr lang="en-US" sz="27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복제 모음집이 아니라 목록 하나로 모은다.</a:t>
            </a:r>
            <a:endParaRPr lang="en-US" sz="27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목록은 볼트마다 @import로 강제 로드 →</a:t>
            </a:r>
            <a:endParaRPr lang="en-US" sz="27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플러그인으로 어디서나.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772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design 볼트  ·  CdBd 기능 목록 상세.md  ·  help@cdbd.in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2026-08-11T10:00:23Z</dcterms:created>
  <dcterms:modified xsi:type="dcterms:W3CDTF">2026-08-11T10:00:23Z</dcterms:modified>
</cp:coreProperties>
</file>