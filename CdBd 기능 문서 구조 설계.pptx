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후보 3개 중 무엇을, 왜 고르나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구조 파악 → 후보 3개 비교·선택 → 새 분류·경로 → 일정·영상.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33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파일구조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3580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어느 CdBd 기능이 어느 볼트에 있나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381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84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566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후보 3개 — 무엇을, 왜 고르나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96849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유지+목록 / 복제 모음집 / 기능 재구조화 → 1번 채택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37083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 · 경로 문서 위치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0118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안의 에디터 · design 상위 폴더 계층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03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9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 · 소요 시간 · 영상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338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일정과, 영상이 필요한 기능·아카이빙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전체 파일구조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현황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있나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폴더 design/ 이 5개 볼트를 담고, 기능은 그 안에 흩어져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50545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  (허브 = 모든 볼트의 상위 폴더)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250545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전체를 관리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88136" y="278892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29400" y="278892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" y="307238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1-6-2. CdBd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307238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" y="335584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1-6-1. CdBd 에디터.md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5584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구성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8136" y="363931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1-7. 템플릿 상세 페이지.md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63931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상세페이지·어드민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8136" y="392277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392277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· 이미지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" y="420624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룩북/…/1-4. CdBd 콘텐츠.md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420624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URL게시·Supabase·이미지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8136" y="448970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cdbd-design-system/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448970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 (Figma)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88136" y="477316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5-4. 카드 기획 가이드.md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9400" y="477316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치수·옵션 참조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88136" y="505663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cdbd-marketing/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29400" y="505663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 — CdBd 기능 아님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8136" y="534009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makevu-qrstp/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9400" y="534009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제품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구조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후보는 셋 — 1번을 고릅니다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‘모든 기능을 다 아는 데 최적화된 구조’를 세 방식으로 놓고 비교합니다.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9848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볼트는 그대로.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허브에 목록 1개 추가.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698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6209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6209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82570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6C4CFF"/>
          </a:solidFill>
          <a:ln w="1270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2570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＋목록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 채택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14418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8738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8873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7378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 추가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7026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폴더에 모음.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070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70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3387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3387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197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97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＋복사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7026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07026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정답이 둘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51597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5917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8325917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874557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 재구조화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44205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기능별로 재편.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344205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4205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30056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0056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홈…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2569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569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44205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8344205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맥락 붕괴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2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모음집: ‘정답이 둘’이 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모음집을 넣으면 구조는 이렇게 되고 — 갈라짐은 곧 정답이 둘이 되는 문제입니다.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모음집을 넣으면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284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기능 모음집/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23360" y="33284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 추가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6393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36393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URL 게시.md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0" y="3950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261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23360" y="42611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23360" y="45720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정보가 서로 달라지나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55080" y="2971800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57416" y="2944368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문서를 수정한다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3483864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57416" y="3456432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 복사본도 매번 똑같이 다시 고쳐야 한다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55080" y="3995928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57416" y="3968496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번이라도 빠뜨리면 두 문서가 서로 달라진다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507992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7416" y="4480560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결국 어느 게 맞는지 아무도 모른다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77240" y="5650992"/>
            <a:ext cx="10637215" cy="502920"/>
          </a:xfrm>
          <a:prstGeom prst="roundRect">
            <a:avLst>
              <a:gd name="adj" fmla="val 1818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565099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사례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148840" y="5650992"/>
            <a:ext cx="9082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#3DF69B(정본) ↔ #4DE98B(복사본)로 두 달간 갈라졌고, 마케팅 14곳이 잘못된 값을 정답으로 삼았습니다. → ‘갈라짐’은 별개 문제가 아니라 ‘정답이 둘’의 결과입니다.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3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재구조화: 실행 맥락이 무너진다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 기능별로 재편하면 구조는 이렇게 되고 — 잃는 게 큽니다.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기능별로 재편하면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에디터/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94760" y="3392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카드·게시·이미지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홈페이지/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94760" y="3721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통계·계정·요금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(templates·service·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79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 system 해체)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4379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볼트 사라짐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안 되나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자산과 분리된다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154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스킬·워크플로우가 볼트에 묶여 있어 참조가 깨짐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권한·용량 경계가 무너진다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자료(private)·517MB가 뒤섞임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42336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간 링크가 깨진다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게다가 2026-05에 반대로 결정한 사안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makevu는 아예 다른 제품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5212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축으로 묶을 수 없음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1 — 채택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구조는 그대로 두고, 창고(복사본)가 아니라 목록(주소)으로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4179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— 그대로 + 목록 1개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86200" y="33924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목록(추가)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721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86200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37997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 …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6200" y="4379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1번인가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550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2907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갈라진다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내용이 아니라 주소만 담아 정답이 하나로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49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맥락을 지킨다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스킬·도구 옆에 그대로 있어 바로 작동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어디서나 강제 로드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901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 + (나중에) 플러그인으로 발견 보장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 (고객 관점)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제외 · 고객이 쓰는 축으로 분류. ●◐○로 문서 유무도 함께 표시.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08760" y="1847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있음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971800" y="1847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부분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0332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931920" y="18470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→ 문서 없어 영상으로 채울 대상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32304" y="2286000"/>
            <a:ext cx="7315200" cy="603504"/>
          </a:xfrm>
          <a:prstGeom prst="roundRect">
            <a:avLst>
              <a:gd name="adj" fmla="val 1818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32304" y="22860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고객이 쓰는 제품 전체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89904" y="2889504"/>
            <a:ext cx="0" cy="20116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48840" y="3090672"/>
            <a:ext cx="78638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58669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3272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90472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시작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33272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07592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회원가입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51560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307592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선택 → 페이지 생성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095848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14418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70450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ⓑ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27650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 (계정)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670450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88738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44770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· 내 페이지 · 공유 · 버전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688738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44770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· URL 통계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688738" y="46817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44770" y="4663440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· 주소 · 권한 · 요금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33026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51597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07629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764829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307629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25917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581949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8325917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581949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 · 이미지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325917" y="46817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581949" y="4663440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게시(URL·OG·비밀번호)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8325917" y="49926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81949" y="4974336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777240" y="5541264"/>
            <a:ext cx="10637215" cy="548640"/>
          </a:xfrm>
          <a:prstGeom prst="roundRect">
            <a:avLst>
              <a:gd name="adj" fmla="val 16667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33272" y="5541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공백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2148840" y="5541264"/>
            <a:ext cx="908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대시보드(계정) 영역 전체가 ○ — 로그인 뒤에서만 보여 문서가 없습니다. 여기가 영상으로 채울 1순위입니다. (어드민은 제외 → 팀 운영)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design/ 이 상위 폴더 — 목록은 맨 위 1장, 경로 문서는 각 볼트 안에 1장씩.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217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0" y="257860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= 최상위 폴더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86664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86664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전체 목록 (여기 1장)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9848" y="315468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" y="344271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3442716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(하위 폴더)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9848" y="373075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CLAUDE.md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373075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401878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├─ _기능별 경로 가이드.md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401878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이 볼트 경로 문서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9848" y="430682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1. 작업 가이드/ …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30682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파일들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59486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9848" y="488289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9848" y="517093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17093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볼트마다 하나씩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69848" y="545896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└─ design-system · marketing · makevu 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545896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패턴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377440"/>
            <a:ext cx="4053535" cy="1664208"/>
          </a:xfrm>
          <a:prstGeom prst="roundRect">
            <a:avLst>
              <a:gd name="adj" fmla="val 6593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60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허브 목록 — 왜 design에?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616952" y="2889504"/>
            <a:ext cx="35414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design은 모든 볼트의 상위 폴더 — 볼트를 가로지르는 목록은 여기에만 둘 수 있습니다. 한 볼트에 넣으면 다른 볼트에선 안 보입니다.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60920" y="4224528"/>
            <a:ext cx="4053535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44074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볼트 경로 문서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16952" y="4754880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CLAUDE.md가 @import로 강제 로드 → 그 볼트를 켜면 Claude가 기능→파일을 다 압니다.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목록 파일이 하는 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목록 상세.md 란?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맞습니다 — 어떤 기능이 있고, 그 기능이 어느 볼트·어느 파일에 있는지 적은 ‘목록’입니다.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59152"/>
            <a:ext cx="10637215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977640" y="25054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상태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00600" y="25054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78040" y="2505456"/>
            <a:ext cx="3943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 파일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69848" y="2834640"/>
            <a:ext cx="10051999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15종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977640" y="29260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2926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178040" y="2926080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1-6-2. CdBd 카드 기능.md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69848" y="3310128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332841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977640" y="332841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2841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178040" y="3328416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skills/cdbd-card-automation/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69848" y="3712464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9848" y="37307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URL 게시 · OG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77640" y="3730752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00600" y="37307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design-service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178040" y="3730752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1-4. CdBd 콘텐츠.md §URL 게시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69848" y="4114800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" y="4133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이미지 라이브러리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977640" y="413308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00600" y="41330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design-service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178040" y="4133088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 §이미지 라이브러리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069848" y="4517136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9848" y="453542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스펙 조회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977640" y="4535424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참조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800600" y="453542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design-system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178040" y="4535424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5-4. 카드 기획 가이드.md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1069848" y="4919472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69848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 연결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977640" y="49377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800600" y="4937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178040" y="4937760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(문서 없음)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1069848" y="5321808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9848" y="53400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통계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977640" y="534009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800600" y="534009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178040" y="5340096"/>
            <a:ext cx="39438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(문서 없음)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77240" y="5888736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실제 파일의 일부입니다 — CdBd 페이지 기능 약 40개(카드 15종 포함)를 이렇게 한 줄씩. 내용은 복제하지 않고 ‘위치’만 가리킵니다.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— cdbd-design-system 볼트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‘4. 카드 기능 정의’ 폴더 안엔 카드 15종이 낱개 파일(4-3~4-17)로 들어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cdbd-design-system/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88950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CLAUDE.md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0" y="28895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@경로 가이드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5156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_기능별 경로 가이드.md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32004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목록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51560" y="351129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.claude/skills/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├─ cdbd-icon-use/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382219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배치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51560" y="413308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└─ cdbd-icon-creation/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0" y="413308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제작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51560" y="444398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디자인 시스템/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1560" y="47548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1. 스타일/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475488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컬러·폰트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51560" y="506577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├─ 4. 카드 기능 정의/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0" y="506577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→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51560" y="537667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└─ 5. 신규 기획 가이드/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40480" y="537667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5종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257860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카드 기능 정의/ — 카드 15종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263640" y="31272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4-3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720840" y="312724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메뉴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889138" y="31272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4-4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346338" y="312724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프로필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514637" y="31272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4-5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971837" y="312724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텍스트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263640" y="3630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4-6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720840" y="363016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이미지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889138" y="3630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4-7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346338" y="363016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갤러리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9514637" y="3630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4-8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971837" y="363016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유튜브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26364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4-9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720840" y="413308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버튼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889138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4-10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46338" y="413308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질문·답변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9514637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4-11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971837" y="413308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예약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263640" y="4636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4-12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720840" y="463600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상품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889138" y="4636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4-13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346338" y="463600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위치 안내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9514637" y="4636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4-14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971837" y="463600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SNS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6263640" y="5138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4-15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720840" y="513892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구분선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889138" y="5138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4-16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346338" y="513892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코드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9514637" y="5138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4-17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971837" y="5138928"/>
            <a:ext cx="116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2단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6263640" y="565099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예: “상품 카드 만들어줘” → 4-12. 상품 카드.md   ·   “메뉴 카드” → 4-3. 메뉴 카드.md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원리 — 한 곳을 완성·검증한 뒤 나머지로 복제하고, 마지막에 플러그인으로 묶습니다.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3520440"/>
            <a:ext cx="8899855" cy="0"/>
          </a:xfrm>
          <a:prstGeom prst="line">
            <a:avLst/>
          </a:prstGeom>
          <a:noFill/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17320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01654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654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97291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4" name="Text 12"/>
          <p:cNvSpPr/>
          <p:nvPr/>
        </p:nvSpPr>
        <p:spPr>
          <a:xfrm>
            <a:off x="3197291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81626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81626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77262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8" name="Text 16"/>
          <p:cNvSpPr/>
          <p:nvPr/>
        </p:nvSpPr>
        <p:spPr>
          <a:xfrm>
            <a:off x="497726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61597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61597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57233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6757233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41568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41568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37204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04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921539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+ 스킬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921539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17175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317175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701510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01510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77240" y="502920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1560" y="5193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볼트 = cdbd-templates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51560" y="5504688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 템플릿 상세페이지 만들어줘”로 검증 → Claude가 경로 문서를 보고 올바른 파일을 여는지 확인. 통과하면 나머지 4볼트로 같은 문서를 복제합니다.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○ 공백 기능을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66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69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4714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4714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910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910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숫자는 추정치(예시)입니다. 다음 장에서 ‘어떤 기능에 영상이 필요한가’를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영상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‘일부’ 기능만 필요하다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문서화된 기능엔 불필요. 로그인 뒤 화면 흐름인 기능만 영상이 도움이 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 텍스트로 정리된 ● 기능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6984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· 카드 자동화 · URL 게시 · 이미지 라이브러리 — 스킬·문서가 이미 있어 화면 녹화가 새로 알려줄 게 없습니다.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필요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196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 뒤에서만 보이는 ○ 공백 기능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0196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계정 · 요금 · 버전 · 공유 복제 · 데이터 연결 — UI 흐름이라 텍스트로 유추 불가, 화면이 정확한 문서화에 도움.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영상을 추가한다면 — 어디에 아카이빙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96696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git 밖 클라우드(구글 드라이브 등) + 문서에 링크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문제 — 커밋하면 볼트가 무거워짐 (marketing 517MB 전례)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14418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3874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프레임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33874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정지컷 몇 장만 볼트 attachments/ 에 저장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3874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![[…]] 로 바로 보이게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51597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053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71053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‘영상에서 뽑은 텍스트 문서’가 정본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1053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자체는 원본 소스일 뿐 — 검색은 문서로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3개 중 1번 — 기존 볼트 구조는 유지한다.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로그인 뒤 기능만, 원본은 클라우드에.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2026-08-11T11:00:31Z</dcterms:created>
  <dcterms:modified xsi:type="dcterms:W3CDTF">2026-08-11T11:00:31Z</dcterms:modified>
</cp:coreProperties>
</file>